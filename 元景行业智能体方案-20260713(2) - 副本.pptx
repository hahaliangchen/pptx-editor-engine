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13"/>
  </p:handoutMasterIdLst>
  <p:sldIdLst>
    <p:sldId id="16675474" r:id="rId4"/>
    <p:sldId id="16675475" r:id="rId6"/>
    <p:sldId id="16675476" r:id="rId7"/>
    <p:sldId id="16675477" r:id="rId8"/>
    <p:sldId id="16675478" r:id="rId9"/>
    <p:sldId id="16675480" r:id="rId10"/>
    <p:sldId id="16675481" r:id="rId11"/>
    <p:sldId id="16675482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4" userDrawn="1">
          <p15:clr>
            <a:srgbClr val="A4A3A4"/>
          </p15:clr>
        </p15:guide>
        <p15:guide id="2" pos="40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康晓宇" initials="k" lastIdx="13" clrIdx="0"/>
  <p:cmAuthor id="757" name="未知用户381" initials="未" lastIdx="1" clrIdx="0"/>
  <p:cmAuthor id="1" name="刘畅" initials="刘" lastIdx="4" clrIdx="0"/>
  <p:cmAuthor id="758" name="未知用户382" initials="未" lastIdx="1" clrIdx="0"/>
  <p:cmAuthor id="2" name="Mjf" initials="M" lastIdx="1" clrIdx="0"/>
  <p:cmAuthor id="759" name="未知用户383" initials="未" lastIdx="1" clrIdx="0"/>
  <p:cmAuthor id="3" name="未知用户93" initials="未" lastIdx="1" clrIdx="0"/>
  <p:cmAuthor id="760" name="未知用户384" initials="未" lastIdx="1" clrIdx="0"/>
  <p:cmAuthor id="4" name="董时菊" initials="董" lastIdx="2" clrIdx="0"/>
  <p:cmAuthor id="761" name="未知用户294" initials="未" lastIdx="8" clrIdx="0"/>
  <p:cmAuthor id="5" name="张薇薇" initials="张" lastIdx="1" clrIdx="1"/>
  <p:cmAuthor id="762" name="未知用户385" initials="未" lastIdx="2" clrIdx="0"/>
  <p:cmAuthor id="6" name="范小双" initials="范" lastIdx="1" clrIdx="2"/>
  <p:cmAuthor id="763" name="未知用户386" initials="未" lastIdx="1" clrIdx="1"/>
  <p:cmAuthor id="7" name="Tianyang Feng(联通集团信息化部（信息安全部）)" initials="T" lastIdx="1" clrIdx="3"/>
  <p:cmAuthor id="764" name="未知用户429" initials="未" lastIdx="1" clrIdx="0"/>
  <p:cmAuthor id="8" name="付豪" initials="付" lastIdx="1" clrIdx="3"/>
  <p:cmAuthor id="9" name="未知用户319" initials="未" lastIdx="1" clrIdx="0"/>
  <p:cmAuthor id="766" name="未知用户430" initials="未" lastIdx="2" clrIdx="0"/>
  <p:cmAuthor id="10" name="胡文慧" initials="胡" lastIdx="1" clrIdx="5"/>
  <p:cmAuthor id="767" name="未知用户389" initials="未" lastIdx="1" clrIdx="0"/>
  <p:cmAuthor id="11" name="未知用户222" initials="未" lastIdx="1" clrIdx="0"/>
  <p:cmAuthor id="768" name="未知用户350" initials="未" lastIdx="1" clrIdx="0"/>
  <p:cmAuthor id="12" name="宁安亮" initials="宁" lastIdx="2" clrIdx="6"/>
  <p:cmAuthor id="769" name="未知用户431" initials="未" lastIdx="1" clrIdx="0"/>
  <p:cmAuthor id="13" name="未知用户87" initials="未" lastIdx="1" clrIdx="0"/>
  <p:cmAuthor id="770" name="未知用户351" initials="未" lastIdx="8" clrIdx="0"/>
  <p:cmAuthor id="14" name="sss" initials="s" lastIdx="1" clrIdx="7"/>
  <p:cmAuthor id="771" name="未知用户432" initials="未" lastIdx="1" clrIdx="0"/>
  <p:cmAuthor id="15" name="未知用户88" initials="未" lastIdx="1" clrIdx="0"/>
  <p:cmAuthor id="772" name="未知用户392" initials="未" lastIdx="1" clrIdx="0"/>
  <p:cmAuthor id="16" name="未知用户3" initials="未" lastIdx="0" clrIdx="2"/>
  <p:cmAuthor id="773" name="未知用户433" initials="未" lastIdx="1" clrIdx="0"/>
  <p:cmAuthor id="17" name="未知用户89" initials="未" lastIdx="1" clrIdx="0"/>
  <p:cmAuthor id="774" name="未知用户434" initials="未" lastIdx="1" clrIdx="0"/>
  <p:cmAuthor id="18" name="xujh" initials="x" lastIdx="1" clrIdx="9"/>
  <p:cmAuthor id="775" name="未知用户393" initials="未" lastIdx="11" clrIdx="0"/>
  <p:cmAuthor id="19" name="Unicom" initials="U" lastIdx="2" clrIdx="10"/>
  <p:cmAuthor id="776" name="未知用户435" initials="未" lastIdx="7" clrIdx="1"/>
  <p:cmAuthor id="20" name="未知用户110" initials="未" lastIdx="1" clrIdx="0"/>
  <p:cmAuthor id="777" name="未知用户356" initials="未" lastIdx="1" clrIdx="2"/>
  <p:cmAuthor id="21" name="yuxue" initials="y" lastIdx="1" clrIdx="3"/>
  <p:cmAuthor id="778" name="未知用户436" initials="未" lastIdx="1" clrIdx="0"/>
  <p:cmAuthor id="22" name="未知用户121" initials="未" lastIdx="1" clrIdx="1"/>
  <p:cmAuthor id="779" name="未知用户396" initials="未" lastIdx="1" clrIdx="0"/>
  <p:cmAuthor id="23" name="杨国" initials="杨" lastIdx="3" clrIdx="0"/>
  <p:cmAuthor id="780" name="未知用户437" initials="未" lastIdx="1" clrIdx="1"/>
  <p:cmAuthor id="24" name="未知用户234" initials="未" lastIdx="7" clrIdx="1"/>
  <p:cmAuthor id="781" name="未知用户397" initials="未" lastIdx="1" clrIdx="0"/>
  <p:cmAuthor id="25" name="李岩（IT）" initials="李" lastIdx="2" clrIdx="13"/>
  <p:cmAuthor id="782" name="未知用户419" initials="未" lastIdx="1" clrIdx="0"/>
  <p:cmAuthor id="1411830" name="唐 赛" initials="唐" lastIdx="1" clrIdx="45"/>
  <p:cmAuthor id="26" name="张建勇" initials="张" lastIdx="0" clrIdx="25"/>
  <p:cmAuthor id="783" name="未知用户399" initials="未" lastIdx="2" clrIdx="0"/>
  <p:cmAuthor id="27" name="未知用户54" initials="未" lastIdx="8" clrIdx="0"/>
  <p:cmAuthor id="784" name="未知用户438" initials="未" lastIdx="7" clrIdx="1"/>
  <p:cmAuthor id="191251536" name="张钰" initials="张" lastIdx="1" clrIdx="25"/>
  <p:cmAuthor id="785" name="未知用户401" initials="未" lastIdx="43" clrIdx="1"/>
  <p:cmAuthor id="28" name="13686" initials="1" lastIdx="1" clrIdx="14"/>
  <p:cmAuthor id="29" name="吕佳欣" initials="吕" lastIdx="1" clrIdx="34"/>
  <p:cmAuthor id="786" name="未知用户402" initials="未" lastIdx="1" clrIdx="0"/>
  <p:cmAuthor id="30" name="未知用户278" initials="未" lastIdx="1" clrIdx="0"/>
  <p:cmAuthor id="787" name="未知用户403" initials="未" lastIdx="1" clrIdx="0"/>
  <p:cmAuthor id="31" name="huangjc" initials="h" lastIdx="1" clrIdx="321"/>
  <p:cmAuthor id="788" name="未知用户327" initials="未" lastIdx="1" clrIdx="0"/>
  <p:cmAuthor id="32" name="unicom" initials="u" lastIdx="0" clrIdx="57"/>
  <p:cmAuthor id="789" name="未知用户404" initials="未" lastIdx="1" clrIdx="0"/>
  <p:cmAuthor id="33" name="未知用户279" initials="未" lastIdx="1" clrIdx="0"/>
  <p:cmAuthor id="790" name="未知用户405" initials="未" lastIdx="1" clrIdx="0"/>
  <p:cmAuthor id="34" name="周辉" initials="周" lastIdx="1" clrIdx="15"/>
  <p:cmAuthor id="791" name="未知用户439" initials="未" lastIdx="2" clrIdx="0"/>
  <p:cmAuthor id="35" name="席琛" initials="席" lastIdx="0" clrIdx="58"/>
  <p:cmAuthor id="792" name="未知用户406" initials="未" lastIdx="0" clrIdx="0"/>
  <p:cmAuthor id="191251544" name="杨程名" initials="ming" lastIdx="1" clrIdx="90"/>
  <p:cmAuthor id="793" name="未知用户440" initials="未" lastIdx="1" clrIdx="0"/>
  <p:cmAuthor id="36" name="未知用户280" initials="未" lastIdx="4" clrIdx="2"/>
  <p:cmAuthor id="37" name="ethel" initials="e" lastIdx="2" clrIdx="322"/>
  <p:cmAuthor id="794" name="未知用户441" initials="未" lastIdx="1" clrIdx="0"/>
  <p:cmAuthor id="38" name="韩剑侠" initials="韩" lastIdx="1" clrIdx="41"/>
  <p:cmAuthor id="795" name="未知用户442" initials="未" lastIdx="1" clrIdx="0"/>
  <p:cmAuthor id="39" name="未知用户281" initials="未" lastIdx="1" clrIdx="0"/>
  <p:cmAuthor id="796" name="未知用户409" initials="未" lastIdx="2" clrIdx="2"/>
  <p:cmAuthor id="40" name="00035181" initials="0" lastIdx="1" clrIdx="16"/>
  <p:cmAuthor id="797" name="未知用户443" initials="未" lastIdx="1" clrIdx="0"/>
  <p:cmAuthor id="41" name="sjzx" initials="s" lastIdx="1" clrIdx="25"/>
  <p:cmAuthor id="798" name="未知用户411" initials="未" lastIdx="3" clrIdx="1"/>
  <p:cmAuthor id="42" name="未知用户282" initials="未" lastIdx="3" clrIdx="1"/>
  <p:cmAuthor id="799" name="未知用户444" initials="未" lastIdx="6" clrIdx="0"/>
  <p:cmAuthor id="43" name="zhouMa" initials="z" lastIdx="1" clrIdx="323"/>
  <p:cmAuthor id="800" name="未知用户413" initials="未" lastIdx="1" clrIdx="1"/>
  <p:cmAuthor id="977340790" name="Mmm" initials="M" lastIdx="22" clrIdx="853"/>
  <p:cmAuthor id="44" name="yang.yuan" initials="y" lastIdx="0" clrIdx="17"/>
  <p:cmAuthor id="801" name="未知用户445" initials="未" lastIdx="1" clrIdx="0"/>
  <p:cmAuthor id="45" name="未知用户283" initials="未" lastIdx="1" clrIdx="1"/>
  <p:cmAuthor id="802" name="未知用户446" initials="未" lastIdx="1" clrIdx="0"/>
  <p:cmAuthor id="46" name="tplife" initials="t" lastIdx="2" clrIdx="0"/>
  <p:cmAuthor id="803" name="未知用户447" initials="未" lastIdx="1" clrIdx="0"/>
  <p:cmAuthor id="47" name="王娟" initials="王" lastIdx="1" clrIdx="31"/>
  <p:cmAuthor id="804" name="未知用户448" initials="未" lastIdx="1" clrIdx="0"/>
  <p:cmAuthor id="48" name="未知用户284" initials="未" lastIdx="1" clrIdx="0"/>
  <p:cmAuthor id="805" name="未知用户333" initials="未" lastIdx="1" clrIdx="0"/>
  <p:cmAuthor id="49" name="孟 昕" initials="孟" lastIdx="1" clrIdx="18"/>
  <p:cmAuthor id="806" name="未知用户417" initials="未" lastIdx="1" clrIdx="0"/>
  <p:cmAuthor id="50" name="未知用户285" initials="未" lastIdx="8" clrIdx="0"/>
  <p:cmAuthor id="807" name="未知用户449" initials="未" lastIdx="1" clrIdx="0"/>
  <p:cmAuthor id="51" name="蔡建楠" initials="蔡" lastIdx="15" clrIdx="17"/>
  <p:cmAuthor id="808" name="未知用户418" initials="未" lastIdx="1" clrIdx="0"/>
  <p:cmAuthor id="52" name="赵诚荣10027092" initials="赵" lastIdx="2" clrIdx="25"/>
  <p:cmAuthor id="809" name="未知用户450" initials="未" lastIdx="6" clrIdx="0"/>
  <p:cmAuthor id="53" name="78234500@qq.com" initials="7" lastIdx="1" clrIdx="0"/>
  <p:cmAuthor id="810" name="未知用户423" initials="未" lastIdx="0" clrIdx="0"/>
  <p:cmAuthor id="54" name="liutAO" initials="l" lastIdx="1" clrIdx="330"/>
  <p:cmAuthor id="811" name="未知用户424" initials="未" lastIdx="5" clrIdx="0"/>
  <p:cmAuthor id="55" name="苗丁仁10181802" initials="苗" lastIdx="27" clrIdx="25"/>
  <p:cmAuthor id="812" name="未知用户425" initials="未" lastIdx="3" clrIdx="1"/>
  <p:cmAuthor id="56" name="未知用户290" initials="未" lastIdx="2" clrIdx="0"/>
  <p:cmAuthor id="813" name="未知用户451" initials="未" lastIdx="1" clrIdx="0"/>
  <p:cmAuthor id="57" name="Hou Yingfeng" initials="H" lastIdx="10" clrIdx="23"/>
  <p:cmAuthor id="814" name="未知用户452" initials="未" lastIdx="1" clrIdx="0"/>
  <p:cmAuthor id="58" name="未知用户291" initials="未" lastIdx="8" clrIdx="0"/>
  <p:cmAuthor id="815" name="未知用户453" initials="未" lastIdx="1" clrIdx="0"/>
  <p:cmAuthor id="59" name="王一哲" initials="王" lastIdx="1" clrIdx="335"/>
  <p:cmAuthor id="816" name="未知用户454" initials="未" lastIdx="1" clrIdx="2"/>
  <p:cmAuthor id="60" name="未知用户292" initials="未" lastIdx="1" clrIdx="0"/>
  <p:cmAuthor id="817" name="未知用户455" initials="未" lastIdx="1" clrIdx="0"/>
  <p:cmAuthor id="61" name="10056791" initials="1" lastIdx="1" clrIdx="29"/>
  <p:cmAuthor id="818" name="未知用户456" initials="未" lastIdx="1" clrIdx="0"/>
  <p:cmAuthor id="62" name="未知用户293" initials="未" lastIdx="1" clrIdx="0"/>
  <p:cmAuthor id="819" name="未知用户457" initials="未" lastIdx="10" clrIdx="0"/>
  <p:cmAuthor id="63" name="Author" initials="A" lastIdx="0" clrIdx="30"/>
  <p:cmAuthor id="820" name="未知用户458" initials="未" lastIdx="1" clrIdx="0"/>
  <p:cmAuthor id="64" name="未知用户295" initials="未" lastIdx="1" clrIdx="0"/>
  <p:cmAuthor id="821" name="風輕 雲淡" initials="風輕" lastIdx="1" clrIdx="511"/>
  <p:cmAuthor id="65" name="殷格非" initials="殷" lastIdx="2" clrIdx="0"/>
  <p:cmAuthor id="822" name="liu yuhang" initials="ly" lastIdx="18" clrIdx="545"/>
  <p:cmAuthor id="66" name="未知用户297" initials="未" lastIdx="1" clrIdx="0"/>
  <p:cmAuthor id="823" name="77599" initials="7" lastIdx="1" clrIdx="822"/>
  <p:cmAuthor id="67" name="王凯10177225" initials="王" lastIdx="2" clrIdx="31"/>
  <p:cmAuthor id="824" name="王芃" initials="王" lastIdx="2" clrIdx="823"/>
  <p:cmAuthor id="68" name="panjm" initials="p" lastIdx="1" clrIdx="0"/>
  <p:cmAuthor id="825" name="mc" initials="m" lastIdx="1" clrIdx="824"/>
  <p:cmAuthor id="69" name="z r" initials="z" lastIdx="5" clrIdx="12"/>
  <p:cmAuthor id="70" name="ye gusong" initials="y" lastIdx="1" clrIdx="0"/>
  <p:cmAuthor id="827" name="maosh" initials="m" lastIdx="1" clrIdx="826"/>
  <p:cmAuthor id="71" name="8310" initials="8" lastIdx="1" clrIdx="35"/>
  <p:cmAuthor id="72" name="wei muzi" initials="w" lastIdx="1" clrIdx="4"/>
  <p:cmAuthor id="73" name="盛新鹏" initials="盛" lastIdx="1" clrIdx="33"/>
  <p:cmAuthor id="74" name="孙" initials="孙" lastIdx="1" clrIdx="50"/>
  <p:cmAuthor id="831" name="xieyy25" initials="x" lastIdx="1" clrIdx="830"/>
  <p:cmAuthor id="75" name="Lenovo" initials="L" lastIdx="17" clrIdx="35"/>
  <p:cmAuthor id="832" name="jiangmm10" initials="j" lastIdx="2" clrIdx="831"/>
  <p:cmAuthor id="76" name="liuchunhua199110" initials="l" lastIdx="3" clrIdx="3"/>
  <p:cmAuthor id="77" name="关全全10258021" initials="关" lastIdx="1" clrIdx="36"/>
  <p:cmAuthor id="78" name="黄珂10009187" initials="黄" lastIdx="1" clrIdx="37"/>
  <p:cmAuthor id="79" name="未知用户256" initials="未" lastIdx="1" clrIdx="0"/>
  <p:cmAuthor id="836" name="user" initials="u" lastIdx="1" clrIdx="835"/>
  <p:cmAuthor id="80" name="赵欣" initials="赵" lastIdx="4" clrIdx="37"/>
  <p:cmAuthor id="81" name="未知的使用者139" initials="未" lastIdx="1" clrIdx="0"/>
  <p:cmAuthor id="838" name="Miao" initials="M" lastIdx="1" clrIdx="837"/>
  <p:cmAuthor id="82" name="chenyuan" initials="c" lastIdx="3" clrIdx="38"/>
  <p:cmAuthor id="83" name="未知用户258" initials="未" lastIdx="8" clrIdx="0"/>
  <p:cmAuthor id="84" name="沈霄雷" initials="沈" lastIdx="833089" clrIdx="0"/>
  <p:cmAuthor id="85" name="郭 浩" initials="郭" lastIdx="2" clrIdx="25"/>
  <p:cmAuthor id="842" name="刘文静" initials="刘" lastIdx="1" clrIdx="841"/>
  <p:cmAuthor id="86" name="y x" initials="y" lastIdx="1" clrIdx="34"/>
  <p:cmAuthor id="87" name="施普希（菜菜）" initials="施" lastIdx="0" clrIdx="0"/>
  <p:cmAuthor id="88" name="yu 1" initials="y" lastIdx="1" clrIdx="19"/>
  <p:cmAuthor id="89" name="未知的使用者140" initials="未" lastIdx="1" clrIdx="1"/>
  <p:cmAuthor id="90" name="黄译萱(联通上海市上海市分公司)" initials="黄" lastIdx="3" clrIdx="25"/>
  <p:cmAuthor id="847" name="张田田" initials="张" lastIdx="1" clrIdx="846"/>
  <p:cmAuthor id="91" name="yudi lin" initials="y" lastIdx="0" clrIdx="0"/>
  <p:cmAuthor id="92" name="Lina Hang(联通上海市上海市分公司)" initials="L" lastIdx="2" clrIdx="27"/>
  <p:cmAuthor id="93" name="云成龙_JVVjiM7N" initials="云" lastIdx="0" clrIdx="0"/>
  <p:cmAuthor id="94" name="潘 晨" initials="潘" lastIdx="2" clrIdx="18"/>
  <p:cmAuthor id="95" name="49554261@qq.com" initials="4" lastIdx="2" clrIdx="2"/>
  <p:cmAuthor id="96" name="song manyi" initials="s" lastIdx="4" clrIdx="19"/>
  <p:cmAuthor id="97" name="范 斌" initials="范" lastIdx="1" clrIdx="36"/>
  <p:cmAuthor id="98" name="毕邺" initials="毕" lastIdx="2" clrIdx="37"/>
  <p:cmAuthor id="99" name="未知用户313" initials="未" lastIdx="2" clrIdx="0"/>
  <p:cmAuthor id="100" name="jiaru tiger" initials="j" lastIdx="2" clrIdx="38"/>
  <p:cmAuthor id="857" name="XIAN" initials="X" lastIdx="1" clrIdx="856"/>
  <p:cmAuthor id="101" name="胡岱雯" initials="胡" lastIdx="1" clrIdx="0"/>
  <p:cmAuthor id="102" name="小延魔法师" initials="小" lastIdx="1126286" clrIdx="0"/>
  <p:cmAuthor id="103" name="张 成亚" initials="张" lastIdx="1" clrIdx="52"/>
  <p:cmAuthor id="104" name="刘春杰10244342" initials="刘" lastIdx="1" clrIdx="41"/>
  <p:cmAuthor id="105" name="未知用户268" initials="未" lastIdx="1" clrIdx="0"/>
  <p:cmAuthor id="106" name="li hui" initials="l" lastIdx="1" clrIdx="50"/>
  <p:cmAuthor id="107" name="liuzga" initials="l" lastIdx="1" clrIdx="3"/>
  <p:cmAuthor id="108" name="Gaofugui(Jiangsu,NPS)" initials="G" lastIdx="1" clrIdx="51"/>
  <p:cmAuthor id="109" name="未知用户213" initials="未" lastIdx="1" clrIdx="0"/>
  <p:cmAuthor id="110" name="zhangmt" initials="z" lastIdx="1" clrIdx="59"/>
  <p:cmAuthor id="111" name="未知用户218" initials="未" lastIdx="1" clrIdx="0"/>
  <p:cmAuthor id="112" name="常秋月" initials="常" lastIdx="2" clrIdx="50"/>
  <p:cmAuthor id="113" name="未知用户219" initials="未" lastIdx="10" clrIdx="0"/>
  <p:cmAuthor id="114" name="曾蓓/贝贝" initials="曾" lastIdx="0" clrIdx="0"/>
  <p:cmAuthor id="115" name="仇怿俊" initials="仇" lastIdx="0" clrIdx="0"/>
  <p:cmAuthor id="116" name="未知用户344" initials="未" lastIdx="1" clrIdx="0"/>
  <p:cmAuthor id="117" name="苏光耀_fEJ3faiq" initials="苏" lastIdx="0" clrIdx="0"/>
  <p:cmAuthor id="118" name="杨强" initials="杨" lastIdx="0" clrIdx="0"/>
  <p:cmAuthor id="875" name="田延刚" initials="田" lastIdx="1" clrIdx="874"/>
  <p:cmAuthor id="119" name="未知用户345" initials="未" lastIdx="1" clrIdx="0"/>
  <p:cmAuthor id="120" name="黄晓平" initials="黄" lastIdx="0" clrIdx="0"/>
  <p:cmAuthor id="121" name="张雅欣" initials="张" lastIdx="1" clrIdx="52"/>
  <p:cmAuthor id="122" name="檀晟 陈" initials="檀" lastIdx="1" clrIdx="10"/>
  <p:cmAuthor id="123" name="未知用户347" initials="未" lastIdx="6" clrIdx="0"/>
  <p:cmAuthor id="124" name="徐琳00159163" initials="徐" lastIdx="1" clrIdx="37"/>
  <p:cmAuthor id="125" name="junqing li" initials="j" lastIdx="1" clrIdx="331"/>
  <p:cmAuthor id="126" name="未知用户348" initials="未" lastIdx="10" clrIdx="0"/>
  <p:cmAuthor id="127" name="韩雨" initials="韩" lastIdx="0" clrIdx="0"/>
  <p:cmAuthor id="128" name="梁光灯_iI7bJ7vm" initials="梁" lastIdx="0" clrIdx="0"/>
  <p:cmAuthor id="129" name="jian Ray" initials="j" lastIdx="1" clrIdx="50"/>
  <p:cmAuthor id="130" name="liucunri" initials="l" lastIdx="1" clrIdx="0"/>
  <p:cmAuthor id="131" name="qihua-DCMS" initials="q" lastIdx="0" clrIdx="0"/>
  <p:cmAuthor id="132" name="Unknown User48" initials="U" lastIdx="8" clrIdx="0"/>
  <p:cmAuthor id="133" name="Microsoft Office 用户" initials="M" lastIdx="25" clrIdx="3"/>
  <p:cmAuthor id="134" name="未知用户82" initials="未" lastIdx="1" clrIdx="0"/>
  <p:cmAuthor id="135" name="王丽君" initials="王" lastIdx="4" clrIdx="0"/>
  <p:cmAuthor id="136" name="未知用户83" initials="未" lastIdx="1" clrIdx="0"/>
  <p:cmAuthor id="137" name="未知用户237" initials="未" lastIdx="1" clrIdx="0"/>
  <p:cmAuthor id="138" name="未知用户84" initials="未" lastIdx="5" clrIdx="0"/>
  <p:cmAuthor id="139" name="�Ÿ�" initials="�" lastIdx="1" clrIdx="0"/>
  <p:cmAuthor id="140" name="未知用户137" initials="未" lastIdx="10" clrIdx="0"/>
  <p:cmAuthor id="141" name="未知用户221" initials="未" lastIdx="43" clrIdx="1"/>
  <p:cmAuthor id="142" name="未知用户21" initials="未" lastIdx="1" clrIdx="0"/>
  <p:cmAuthor id="143" name="jesschin" initials="j" lastIdx="1" clrIdx="510"/>
  <p:cmAuthor id="144" name="未知用户138" initials="未" lastIdx="0" clrIdx="1"/>
  <p:cmAuthor id="145" name="作者" initials="作" lastIdx="0" clrIdx="24"/>
  <p:cmAuthor id="146" name="Windows User" initials="W" lastIdx="1" clrIdx="25"/>
  <p:cmAuthor id="147" name="Carol Kelly" initials="C" lastIdx="1" clrIdx="0"/>
  <p:cmAuthor id="148" name="邵丹(联通上海市上海市分公司)" initials="邵" lastIdx="1" clrIdx="26"/>
  <p:cmAuthor id="149" name="G W" initials="G" lastIdx="1" clrIdx="27"/>
  <p:cmAuthor id="150" name="未知的使用者16" initials="未" lastIdx="6" clrIdx="0"/>
  <p:cmAuthor id="151" name="Unknown User58" initials="U" lastIdx="1" clrIdx="0"/>
  <p:cmAuthor id="152" name="未知的使用者13" initials="未" lastIdx="1" clrIdx="0"/>
  <p:cmAuthor id="153" name="Unknown User55" initials="U" lastIdx="1" clrIdx="1"/>
  <p:cmAuthor id="154" name="未知的使用者14" initials="未" lastIdx="2" clrIdx="0"/>
  <p:cmAuthor id="155" name="未知用户343" initials="未" lastIdx="1" clrIdx="0"/>
  <p:cmAuthor id="156" name="廖麗華" initials="廖" lastIdx="1" clrIdx="0"/>
  <p:cmAuthor id="157" name="Huipeng Cao" initials="H" lastIdx="1" clrIdx="0"/>
  <p:cmAuthor id="158" name="未知的使用者12" initials="未" lastIdx="1" clrIdx="0"/>
  <p:cmAuthor id="159" name="李 雷雨" initials="李" lastIdx="1" clrIdx="0"/>
  <p:cmAuthor id="160" name="未知用户129" initials="未" lastIdx="1" clrIdx="0"/>
  <p:cmAuthor id="161" name="91257" initials="9" lastIdx="0" clrIdx="1"/>
  <p:cmAuthor id="162" name="唐可欣" initials="唐" lastIdx="1" clrIdx="0"/>
  <p:cmAuthor id="163" name="vicky" initials="v" lastIdx="2" clrIdx="1"/>
  <p:cmAuthor id="164" name="王鹏凯" initials="王" lastIdx="1" clrIdx="0"/>
  <p:cmAuthor id="165" name="庆芳 许" initials="庆" lastIdx="1" clrIdx="0"/>
  <p:cmAuthor id="166" name="未知的使用者35" initials="未" lastIdx="1" clrIdx="0"/>
  <p:cmAuthor id="167" name="jerrychou" initials="j" lastIdx="1" clrIdx="4"/>
  <p:cmAuthor id="168" name="未知的使用者33" initials="未" lastIdx="1" clrIdx="0"/>
  <p:cmAuthor id="169" name="不明使用者12" initials="不" lastIdx="3" clrIdx="1"/>
  <p:cmAuthor id="170" name="Admin" initials="A" lastIdx="1" clrIdx="2"/>
  <p:cmAuthor id="171" name="不明使用者1" initials="不" lastIdx="0" clrIdx="0"/>
  <p:cmAuthor id="172" name="未知的使用者93" initials="未" lastIdx="1" clrIdx="1"/>
  <p:cmAuthor id="173" name="不明使用者2" initials="不" lastIdx="2" clrIdx="0"/>
  <p:cmAuthor id="174" name="范作霖" initials="范" lastIdx="1" clrIdx="22"/>
  <p:cmAuthor id="175" name="夏俊杰" initials="夏" lastIdx="1" clrIdx="647"/>
  <p:cmAuthor id="176" name="LeeElva" initials="L" lastIdx="1" clrIdx="0"/>
  <p:cmAuthor id="177" name="不明使用者4" initials="不" lastIdx="1" clrIdx="0"/>
  <p:cmAuthor id="178" name="未知用户99" initials="未" lastIdx="1" clrIdx="2"/>
  <p:cmAuthor id="179" name="不明使用者6" initials="不" lastIdx="1" clrIdx="0"/>
  <p:cmAuthor id="180" name="未知的使用者34" initials="未" lastIdx="1" clrIdx="0"/>
  <p:cmAuthor id="181" name="不明使用者5" initials="不" lastIdx="11" clrIdx="0"/>
  <p:cmAuthor id="182" name="未知的使用者115" initials="未" lastIdx="1" clrIdx="1"/>
  <p:cmAuthor id="183" name="未知用户296" initials="未" lastIdx="1" clrIdx="0"/>
  <p:cmAuthor id="184" name="未知用户57" initials="未" lastIdx="1" clrIdx="0"/>
  <p:cmAuthor id="185" name="不明使用者8" initials="不" lastIdx="43" clrIdx="1"/>
  <p:cmAuthor id="186" name="lianghb" initials="l" lastIdx="19" clrIdx="0"/>
  <p:cmAuthor id="187" name="不明使用者9" initials="不" lastIdx="1" clrIdx="0"/>
  <p:cmAuthor id="188" name="未知用户17" initials="未" lastIdx="0" clrIdx="1"/>
  <p:cmAuthor id="189" name="不明使用者10" initials="不" lastIdx="0" clrIdx="0"/>
  <p:cmAuthor id="190" name="Deanna Schuler (Bookey Consulting)" initials="D" lastIdx="2" clrIdx="0"/>
  <p:cmAuthor id="191" name="不明使用者11" initials="不" lastIdx="1" clrIdx="0"/>
  <p:cmAuthor id="192" name="未知的使用者57" initials="未" lastIdx="1" clrIdx="0"/>
  <p:cmAuthor id="193" name="Carol Wu" initials="C" lastIdx="1" clrIdx="0"/>
  <p:cmAuthor id="194" name="AW" initials="A" lastIdx="1" clrIdx="7"/>
  <p:cmAuthor id="195" name="Think" initials="T" lastIdx="6" clrIdx="3"/>
  <p:cmAuthor id="196" name="毛香勤" initials="毛" lastIdx="26" clrIdx="6"/>
  <p:cmAuthor id="197" name="未知用户102" initials="未" lastIdx="1" clrIdx="1"/>
  <p:cmAuthor id="198" name="未知用户304" initials="未" lastIdx="1" clrIdx="0"/>
  <p:cmAuthor id="199" name="maxine" initials="m" lastIdx="0" clrIdx="0"/>
  <p:cmAuthor id="200" name="未知用户305" initials="未" lastIdx="1" clrIdx="0"/>
  <p:cmAuthor id="201" name="未知的使用者121" initials="未" lastIdx="1" clrIdx="1"/>
  <p:cmAuthor id="202" name="敢 王" initials="敢" lastIdx="1" clrIdx="0"/>
  <p:cmAuthor id="203" name="杨彦伟" initials="杨" lastIdx="3" clrIdx="0"/>
  <p:cmAuthor id="204" name="邓 勇" initials="邓" lastIdx="1" clrIdx="0"/>
  <p:cmAuthor id="205" name="周元元" initials="周" lastIdx="5" clrIdx="0"/>
  <p:cmAuthor id="206" name="陈城" initials="陈" lastIdx="0" clrIdx="2"/>
  <p:cmAuthor id="207" name="未知的使用者27" initials="未" lastIdx="8" clrIdx="0"/>
  <p:cmAuthor id="208" name="未知用户309" initials="未" lastIdx="8" clrIdx="0"/>
  <p:cmAuthor id="209" name="刘豹" initials="刘" lastIdx="0" clrIdx="0"/>
  <p:cmAuthor id="210" name="未知的使用者30" initials="未" lastIdx="8" clrIdx="0"/>
  <p:cmAuthor id="211" name="未知用户311" initials="未" lastIdx="2" clrIdx="0"/>
  <p:cmAuthor id="212" name="未知的使用者53" initials="未" lastIdx="1" clrIdx="0"/>
  <p:cmAuthor id="213" name="未知用户312" initials="未" lastIdx="1" clrIdx="0"/>
  <p:cmAuthor id="214" name="未知用户58" initials="未" lastIdx="5" clrIdx="1"/>
  <p:cmAuthor id="215" name="未知的使用者25" initials="未" lastIdx="1" clrIdx="0"/>
  <p:cmAuthor id="216" name="未知用户314" initials="未" lastIdx="1" clrIdx="1"/>
  <p:cmAuthor id="441412215" name="tonghailan" initials="t" lastIdx="1126972" clrIdx="0"/>
  <p:cmAuthor id="217" name="liupeng" initials="l" lastIdx="1" clrIdx="1"/>
  <p:cmAuthor id="218" name="晓  曲" initials="晓" lastIdx="1" clrIdx="0"/>
  <p:cmAuthor id="219" name="未知用户24" initials="未" lastIdx="1" clrIdx="0"/>
  <p:cmAuthor id="220" name="AbuSina" initials="A" lastIdx="2" clrIdx="0"/>
  <p:cmAuthor id="221" name="未知用户216" initials="未" lastIdx="1" clrIdx="0"/>
  <p:cmAuthor id="222" name="hl sun" initials="h" lastIdx="1" clrIdx="0"/>
  <p:cmAuthor id="223" name="孟连磊" initials="孟" lastIdx="1" clrIdx="0"/>
  <p:cmAuthor id="224" name="未知的使用者94" initials="未" lastIdx="1" clrIdx="2"/>
  <p:cmAuthor id="225" name="未知用户66" initials="未" lastIdx="1" clrIdx="0"/>
  <p:cmAuthor id="226" name="未知的使用者177" initials="未" lastIdx="8" clrIdx="0"/>
  <p:cmAuthor id="227" name="郑汝鸿" initials="郑" lastIdx="2" clrIdx="0"/>
  <p:cmAuthor id="228" name="未知用户19" initials="未" lastIdx="1" clrIdx="0"/>
  <p:cmAuthor id="229" name="周宏達JerryChou" initials="周" lastIdx="6" clrIdx="2"/>
  <p:cmAuthor id="230" name="邢辰凤" initials="邢" lastIdx="45" clrIdx="7"/>
  <p:cmAuthor id="231" name="未知用户7" initials="未" lastIdx="1" clrIdx="0"/>
  <p:cmAuthor id="232" name="未知的使用者56" initials="未" lastIdx="1" clrIdx="0"/>
  <p:cmAuthor id="233" name="未知用户46" initials="未" lastIdx="1" clrIdx="1"/>
  <p:cmAuthor id="234" name="未知的使用者119" initials="未" lastIdx="1" clrIdx="2"/>
  <p:cmAuthor id="235" name="未知用户59" initials="未" lastIdx="0" clrIdx="1"/>
  <p:cmAuthor id="236" name="未知的使用者22" initials="未" lastIdx="8" clrIdx="0"/>
  <p:cmAuthor id="237" name="未知的使用者103" initials="未" lastIdx="8" clrIdx="0"/>
  <p:cmAuthor id="238" name="Wenwen" initials="W" lastIdx="1" clrIdx="1"/>
  <p:cmAuthor id="239" name="未知的使用者117" initials="未" lastIdx="1" clrIdx="0"/>
  <p:cmAuthor id="240" name="未知用户51" initials="未" lastIdx="1" clrIdx="0"/>
  <p:cmAuthor id="241" name="未知的使用者28" initials="未" lastIdx="1" clrIdx="0"/>
  <p:cmAuthor id="242" name="未知用户67" initials="未" lastIdx="1" clrIdx="0"/>
  <p:cmAuthor id="243" name="未知用户114" initials="未" lastIdx="1" clrIdx="0"/>
  <p:cmAuthor id="244" name="未知用户18" initials="未" lastIdx="10" clrIdx="0"/>
  <p:cmAuthor id="245" name="未知的使用者67" initials="未" lastIdx="1" clrIdx="0"/>
  <p:cmAuthor id="246" name="未知的使用者46" initials="未" lastIdx="1" clrIdx="1"/>
  <p:cmAuthor id="247" name="未知的使用者26" initials="未" lastIdx="1" clrIdx="0"/>
  <p:cmAuthor id="248" name="未知的使用者43" initials="未" lastIdx="1" clrIdx="0"/>
  <p:cmAuthor id="249" name="未知的使用者9" initials="未" lastIdx="1" clrIdx="0"/>
  <p:cmAuthor id="250" name="未知用户62" initials="未" lastIdx="1" clrIdx="1"/>
  <p:cmAuthor id="251" name="yuanzh" initials="y" lastIdx="1" clrIdx="1"/>
  <p:cmAuthor id="252" name="不明使用者57" initials="不" lastIdx="1" clrIdx="0"/>
  <p:cmAuthor id="253" name="未知用户108" initials="未" lastIdx="1" clrIdx="0"/>
  <p:cmAuthor id="254" name="未知的使用者110" initials="未" lastIdx="1" clrIdx="0"/>
  <p:cmAuthor id="255" name="linyd" initials="l" lastIdx="3" clrIdx="1"/>
  <p:cmAuthor id="256" name="未知用户8" initials="未" lastIdx="1" clrIdx="0"/>
  <p:cmAuthor id="257" name="未知的使用者31" initials="未" lastIdx="1" clrIdx="0"/>
  <p:cmAuthor id="258" name="未知用户81" initials="未" lastIdx="1" clrIdx="0"/>
  <p:cmAuthor id="259" name="未知用户115" initials="未" lastIdx="1" clrIdx="0"/>
  <p:cmAuthor id="260" name="未知的使用者68" initials="未" lastIdx="1" clrIdx="0"/>
  <p:cmAuthor id="261" name="mm" initials="m" lastIdx="1" clrIdx="0"/>
  <p:cmAuthor id="262" name="未知用户15" initials="未" lastIdx="1" clrIdx="0"/>
  <p:cmAuthor id="263" name="朱晓瑜" initials="朱" lastIdx="54" clrIdx="0"/>
  <p:cmAuthor id="264" name="不明使用者20" initials="不" lastIdx="1" clrIdx="0"/>
  <p:cmAuthor id="265" name="未知的使用者7" initials="未" lastIdx="2" clrIdx="0"/>
  <p:cmAuthor id="266" name="未知用户6" initials="未" lastIdx="8" clrIdx="0"/>
  <p:cmAuthor id="267" name="未知的使用者55" initials="未" lastIdx="1" clrIdx="0"/>
  <p:cmAuthor id="268" name="未知的使用者111" initials="未" lastIdx="1" clrIdx="0"/>
  <p:cmAuthor id="269" name="未知的使用者50" initials="未" lastIdx="1" clrIdx="0"/>
  <p:cmAuthor id="270" name="未知的使用者11" initials="未" lastIdx="1" clrIdx="0"/>
  <p:cmAuthor id="271" name="未知用户47" initials="未" lastIdx="6" clrIdx="0"/>
  <p:cmAuthor id="272" name="未知用户106" initials="未" lastIdx="1" clrIdx="0"/>
  <p:cmAuthor id="273" name="未知用户116" initials="未" lastIdx="1" clrIdx="1"/>
  <p:cmAuthor id="274" name="未知的使用者150" initials="未" lastIdx="1" clrIdx="0"/>
  <p:cmAuthor id="275" name="未知的使用者69" initials="未" lastIdx="1" clrIdx="1"/>
  <p:cmAuthor id="276" name="未知的使用者112" initials="未" lastIdx="1" clrIdx="1"/>
  <p:cmAuthor id="277" name="梁亚栋" initials="梁" lastIdx="776053" clrIdx="0"/>
  <p:cmAuthor id="278" name="Kevin Hu" initials="K" lastIdx="1" clrIdx="0"/>
  <p:cmAuthor id="279" name="未知的使用者38" initials="未" lastIdx="1" clrIdx="0"/>
  <p:cmAuthor id="991434852" name="姗SHAN" initials="姗" lastIdx="1" clrIdx="678"/>
  <p:cmAuthor id="280" name="未知的使用者8" initials="未" lastIdx="1" clrIdx="0"/>
  <p:cmAuthor id="281" name="不明使用者56" initials="不" lastIdx="1" clrIdx="0"/>
  <p:cmAuthor id="282" name="P00035_jeremy" initials="P" lastIdx="1" clrIdx="0"/>
  <p:cmAuthor id="283" name="Unknown User7" initials="U" lastIdx="1" clrIdx="0"/>
  <p:cmAuthor id="284" name="muzi wei" initials="m" lastIdx="1" clrIdx="0"/>
  <p:cmAuthor id="285" name="未知的使用者41" initials="未" lastIdx="1" clrIdx="0"/>
  <p:cmAuthor id="286" name="djj" initials="d" lastIdx="2" clrIdx="0"/>
  <p:cmAuthor id="287" name="未知用户117" initials="未" lastIdx="1" clrIdx="2"/>
  <p:cmAuthor id="288" name="未知的使用者92" initials="未" lastIdx="1" clrIdx="0"/>
  <p:cmAuthor id="289" name="未知用户13" initials="未" lastIdx="1" clrIdx="0"/>
  <p:cmAuthor id="290" name="不明使用者21" initials="不" lastIdx="1" clrIdx="0"/>
  <p:cmAuthor id="291" name="YUMINGNJ" initials="Y" lastIdx="3" clrIdx="0"/>
  <p:cmAuthor id="292" name="未知的使用者52" initials="未" lastIdx="1" clrIdx="1"/>
  <p:cmAuthor id="293" name="未知用户109" initials="未" lastIdx="1" clrIdx="1"/>
  <p:cmAuthor id="294" name="Unknown User117" initials="U" lastIdx="10" clrIdx="0"/>
  <p:cmAuthor id="295" name="thomas" initials="t" lastIdx="1" clrIdx="49"/>
  <p:cmAuthor id="296" name="姚琳" initials="姚" lastIdx="1133934" clrIdx="0"/>
  <p:cmAuthor id="297" name="未知的使用者3" initials="未" lastIdx="7" clrIdx="1"/>
  <p:cmAuthor id="298" name="chen" initials="c" lastIdx="1" clrIdx="2"/>
  <p:cmAuthor id="299" name="未知用户14" initials="未" lastIdx="1" clrIdx="0"/>
  <p:cmAuthor id="300" name="Unknown User65" initials="U" lastIdx="1" clrIdx="0"/>
  <p:cmAuthor id="301" name="未知用户98" initials="未" lastIdx="1" clrIdx="2"/>
  <p:cmAuthor id="302" name="Windows 用户" initials="W" lastIdx="1" clrIdx="0"/>
  <p:cmAuthor id="303" name="Unknown User22" initials="U" lastIdx="1" clrIdx="0"/>
  <p:cmAuthor id="304" name="未知用户61" initials="未" lastIdx="8" clrIdx="0"/>
  <p:cmAuthor id="305" name="張秀娟" initials="張" lastIdx="1" clrIdx="2"/>
  <p:cmAuthor id="306" name="Jason Wang" initials="J" lastIdx="1" clrIdx="0"/>
  <p:cmAuthor id="307" name="不明使用者18" initials="不" lastIdx="0" clrIdx="1"/>
  <p:cmAuthor id="308" name="未知用户28" initials="未" lastIdx="5" clrIdx="1"/>
  <p:cmAuthor id="309" name="未知的使用者72" initials="未" lastIdx="1" clrIdx="0"/>
  <p:cmAuthor id="310" name="未知的使用者48" initials="未" lastIdx="1" clrIdx="0"/>
  <p:cmAuthor id="311" name="未知的使用者104" initials="未" lastIdx="1" clrIdx="0"/>
  <p:cmAuthor id="312" name="未知用户60" initials="未" lastIdx="1" clrIdx="0"/>
  <p:cmAuthor id="313" name="未知的使用者39" initials="未" lastIdx="10" clrIdx="0"/>
  <p:cmAuthor id="314" name="Shawna Strickland" initials="S" lastIdx="2" clrIdx="0"/>
  <p:cmAuthor id="315" name="未知的使用者36" initials="未" lastIdx="3" clrIdx="1"/>
  <p:cmAuthor id="316" name="未知的使用者136" initials="未" lastIdx="1" clrIdx="0"/>
  <p:cmAuthor id="317" name="Daniel Wuu" initials="D" lastIdx="1" clrIdx="0"/>
  <p:cmAuthor id="318" name="未知用户56" initials="未" lastIdx="1" clrIdx="0"/>
  <p:cmAuthor id="319" name="健君" initials="健" lastIdx="2" clrIdx="0"/>
  <p:cmAuthor id="320" name="未知的使用者84" initials="未" lastIdx="1" clrIdx="1"/>
  <p:cmAuthor id="321" name="未知的使用者197" initials="未" lastIdx="8" clrIdx="0"/>
  <p:cmAuthor id="322" name="Ashley Eberenz" initials="A" lastIdx="7" clrIdx="1"/>
  <p:cmAuthor id="323" name="不明使用者19" initials="不" lastIdx="1" clrIdx="0"/>
  <p:cmAuthor id="324" name="qiantong" initials="q" lastIdx="3" clrIdx="1"/>
  <p:cmAuthor id="325" name="未知的使用者74" initials="未" lastIdx="1" clrIdx="0"/>
  <p:cmAuthor id="326" name="未知的使用者23" initials="未" lastIdx="1" clrIdx="0"/>
  <p:cmAuthor id="327" name="未知的使用者1" initials="未" lastIdx="8" clrIdx="0"/>
  <p:cmAuthor id="328" name="116304" initials="1" lastIdx="1" clrIdx="1"/>
  <p:cmAuthor id="329" name="未知用户31" initials="未" lastIdx="1" clrIdx="1"/>
  <p:cmAuthor id="330" name="R affer" initials="R" lastIdx="1" clrIdx="0"/>
  <p:cmAuthor id="331" name="cbm" initials="c" lastIdx="1" clrIdx="0"/>
  <p:cmAuthor id="332" name="未知用户55" initials="未" lastIdx="1" clrIdx="0"/>
  <p:cmAuthor id="333" name="未知的使用者95" initials="未" lastIdx="1" clrIdx="0"/>
  <p:cmAuthor id="334" name="未知的使用者32" initials="未" lastIdx="1" clrIdx="0"/>
  <p:cmAuthor id="335" name="未知的使用者49" initials="未" lastIdx="1" clrIdx="0"/>
  <p:cmAuthor id="336" name="Unknown User26" initials="U" lastIdx="1" clrIdx="1"/>
  <p:cmAuthor id="337" name="yuexuejun" initials="y" lastIdx="3" clrIdx="0"/>
  <p:cmAuthor id="338" name="未知的使用者71" initials="未" lastIdx="1" clrIdx="1"/>
  <p:cmAuthor id="339" name="未知的使用者105" initials="未" lastIdx="1" clrIdx="0"/>
  <p:cmAuthor id="340" name="Unknown User70" initials="U" lastIdx="1" clrIdx="0"/>
  <p:cmAuthor id="287643686" name="zhao jia" initials="zj" lastIdx="1" clrIdx="47"/>
  <p:cmAuthor id="341" name="clinchen" initials="c" lastIdx="0" clrIdx="1"/>
  <p:cmAuthor id="287643687" name="cheng" initials="c" lastIdx="13" clrIdx="0"/>
  <p:cmAuthor id="342" name="未知用户23" initials="未" lastIdx="1" clrIdx="0"/>
  <p:cmAuthor id="287643688" name="方少_UbQfrimU" initials="authorId_442114952" lastIdx="0" clrIdx="0"/>
  <p:cmAuthor id="343" name="李 嘉" initials="李" lastIdx="1" clrIdx="26"/>
  <p:cmAuthor id="691587973" name="wangyishi (A)" initials="w(" lastIdx="1" clrIdx="51"/>
  <p:cmAuthor id="287643689" name="叶盛_Q3A3IfEf" initials="authorId_506280334" lastIdx="0" clrIdx="0"/>
  <p:cmAuthor id="383159678" name="FAN" initials="F" lastIdx="555744" clrIdx="0"/>
  <p:cmAuthor id="344" name="hanjuncompany" initials="h" lastIdx="1" clrIdx="0"/>
  <p:cmAuthor id="691587974" name="佳慧 戴" initials="佳戴" lastIdx="2" clrIdx="60"/>
  <p:cmAuthor id="287643690" name="Harley._bEJrUJ7r" initials="authorId_432156705" lastIdx="0" clrIdx="0"/>
  <p:cmAuthor id="383159679" name="sunaoran" initials="s" lastIdx="2" clrIdx="3"/>
  <p:cmAuthor id="345" name="gus9@chinaunicom.cn" initials="g" lastIdx="4" clrIdx="27"/>
  <p:cmAuthor id="691587975" name="ZhengShilei" initials="Z" lastIdx="1" clrIdx="323"/>
  <p:cmAuthor id="287643691" name="罗平_VB7vJb2E" initials="authorId_305049361" lastIdx="0" clrIdx="0"/>
  <p:cmAuthor id="346" name="kathy chen" initials="k" lastIdx="3" clrIdx="0"/>
  <p:cmAuthor id="691587976" name="8618608404186" initials="" lastIdx="1" clrIdx="634"/>
  <p:cmAuthor id="287643692" name="xixi_nUjqe22E" initials="authorId_359229261" lastIdx="0" clrIdx="0"/>
  <p:cmAuthor id="347" name="未知的使用者63" initials="未" lastIdx="1" clrIdx="0"/>
  <p:cmAuthor id="691587977" name="伟 刘" initials="伟刘" lastIdx="1" clrIdx="648"/>
  <p:cmAuthor id="287643693" name="安安_zm6nYnYZ" initials="authorId_347340296" lastIdx="0" clrIdx="0"/>
  <p:cmAuthor id="348" name="未知的使用者64" initials="未" lastIdx="3" clrIdx="1"/>
  <p:cmAuthor id="691587978" name="liuzh" initials="l" lastIdx="3" clrIdx="691587977"/>
  <p:cmAuthor id="349" name="未知的使用者47" initials="未" lastIdx="1" clrIdx="0"/>
  <p:cmAuthor id="691587979" name="韩莹莹" initials="韩" lastIdx="1" clrIdx="691587978"/>
  <p:cmAuthor id="350" name="未知的使用者60" initials="未" lastIdx="8" clrIdx="0"/>
  <p:cmAuthor id="287643696" name="周君_MfIffYra" initials="authorId_375419134" lastIdx="0" clrIdx="0"/>
  <p:cmAuthor id="351" name="未知的使用者59" initials="未" lastIdx="1" clrIdx="0"/>
  <p:cmAuthor id="352" name="未知的使用者54" initials="未" lastIdx="1" clrIdx="0"/>
  <p:cmAuthor id="353" name="未知的使用者66" initials="未" lastIdx="8" clrIdx="0"/>
  <p:cmAuthor id="354" name="未知的使用者65" initials="未" lastIdx="1" clrIdx="0"/>
  <p:cmAuthor id="355" name="未知的使用者106" initials="未" lastIdx="3" clrIdx="1"/>
  <p:cmAuthor id="356" name="未知的使用者107" initials="未" lastIdx="1" clrIdx="1"/>
  <p:cmAuthor id="357" name="未知的使用者108" initials="未" lastIdx="1" clrIdx="0"/>
  <p:cmAuthor id="358" name="未知的使用者86" initials="未" lastIdx="1" clrIdx="0"/>
  <p:cmAuthor id="359" name="未知的使用者116" initials="未" lastIdx="1" clrIdx="1"/>
  <p:cmAuthor id="360" name="未知的使用者44" initials="未" lastIdx="1" clrIdx="0"/>
  <p:cmAuthor id="361" name="未知的使用者37" initials="未" lastIdx="1" clrIdx="0"/>
  <p:cmAuthor id="362" name="未知的使用者126" initials="未" lastIdx="1" clrIdx="0"/>
  <p:cmAuthor id="363" name="未知的使用者127" initials="未" lastIdx="3" clrIdx="1"/>
  <p:cmAuthor id="364" name="未知的使用者128" initials="未" lastIdx="1" clrIdx="1"/>
  <p:cmAuthor id="365" name="未知的使用者124" initials="未" lastIdx="1" clrIdx="0"/>
  <p:cmAuthor id="366" name="未知的使用者125" initials="未" lastIdx="1" clrIdx="0"/>
  <p:cmAuthor id="367" name="Sara Chen" initials="S" lastIdx="1" clrIdx="0"/>
  <p:cmAuthor id="368" name="huang gerrard" initials="h" lastIdx="1" clrIdx="0"/>
  <p:cmAuthor id="369" name="未知用户170" initials="未" lastIdx="1" clrIdx="0"/>
  <p:cmAuthor id="370" name="未知用户171" initials="未" lastIdx="5" clrIdx="1"/>
  <p:cmAuthor id="371" name="未知用户172" initials="未" lastIdx="1" clrIdx="1"/>
  <p:cmAuthor id="372" name="未知用户173" initials="未" lastIdx="1" clrIdx="0"/>
  <p:cmAuthor id="373" name="未知用户149" initials="未" lastIdx="1" clrIdx="0"/>
  <p:cmAuthor id="374" name="未知用户150" initials="未" lastIdx="1" clrIdx="0"/>
  <p:cmAuthor id="375" name="未知用户151" initials="未" lastIdx="2" clrIdx="0"/>
  <p:cmAuthor id="376" name="未知用户152" initials="未" lastIdx="8" clrIdx="0"/>
  <p:cmAuthor id="377" name="未知用户153" initials="未" lastIdx="8" clrIdx="0"/>
  <p:cmAuthor id="378" name="未知用户154" initials="未" lastIdx="1" clrIdx="0"/>
  <p:cmAuthor id="379" name="未知用户155" initials="未" lastIdx="1" clrIdx="0"/>
  <p:cmAuthor id="380" name="未知用户41" initials="未" lastIdx="8" clrIdx="0"/>
  <p:cmAuthor id="381" name="未知用户44" initials="未" lastIdx="1" clrIdx="0"/>
  <p:cmAuthor id="382" name="未知用户45" initials="未" lastIdx="1" clrIdx="0"/>
  <p:cmAuthor id="383" name="未知用户156" initials="未" lastIdx="10" clrIdx="0"/>
  <p:cmAuthor id="384" name="未知用户64" initials="未" lastIdx="1" clrIdx="0"/>
  <p:cmAuthor id="385" name="未知用户65" initials="未" lastIdx="1" clrIdx="0"/>
  <p:cmAuthor id="386" name="未知用户68" initials="未" lastIdx="1" clrIdx="0"/>
  <p:cmAuthor id="387" name="mei shuo" initials="m" lastIdx="1" clrIdx="24"/>
  <p:cmAuthor id="388" name="未知用户69" initials="未" lastIdx="2" clrIdx="0"/>
  <p:cmAuthor id="389" name="dengwanting" initials="d" lastIdx="1" clrIdx="50"/>
  <p:cmAuthor id="390" name="未知用户70" initials="未" lastIdx="1" clrIdx="1"/>
  <p:cmAuthor id="391" name="未知用户71" initials="未" lastIdx="1" clrIdx="0"/>
  <p:cmAuthor id="392" name="未知用户72" initials="未" lastIdx="1" clrIdx="0"/>
  <p:cmAuthor id="393" name="未知用户73" initials="未" lastIdx="2" clrIdx="0"/>
  <p:cmAuthor id="394" name="未知用户49" initials="未" lastIdx="1" clrIdx="0"/>
  <p:cmAuthor id="395" name="未知用户50" initials="未" lastIdx="1" clrIdx="0"/>
  <p:cmAuthor id="396" name="未知用户52" initials="未" lastIdx="1" clrIdx="0"/>
  <p:cmAuthor id="397" name="MA15" initials="M" lastIdx="1" clrIdx="0"/>
  <p:cmAuthor id="398" name="未知用户53" initials="未" lastIdx="10" clrIdx="0"/>
  <p:cmAuthor id="399" name="未知用户96" initials="未" lastIdx="1" clrIdx="0"/>
  <p:cmAuthor id="400" name="未知用户48" initials="未" lastIdx="1" clrIdx="0"/>
  <p:cmAuthor id="401" name="未知用户97" initials="未" lastIdx="2" clrIdx="0"/>
  <p:cmAuthor id="402" name="未知用户40" initials="未" lastIdx="5" clrIdx="1"/>
  <p:cmAuthor id="403" name="未知用户43" initials="未" lastIdx="1" clrIdx="0"/>
  <p:cmAuthor id="404" name="未知用户100" initials="未" lastIdx="1" clrIdx="0"/>
  <p:cmAuthor id="405" name="未知用户101" initials="未" lastIdx="1" clrIdx="0"/>
  <p:cmAuthor id="406" name="未知用户26" initials="未" lastIdx="1" clrIdx="0"/>
  <p:cmAuthor id="407" name="未知用户29" initials="未" lastIdx="1" clrIdx="0"/>
  <p:cmAuthor id="408" name="未知用户32" initials="未" lastIdx="1" clrIdx="0"/>
  <p:cmAuthor id="409" name="未知用户33" initials="未" lastIdx="1" clrIdx="0"/>
  <p:cmAuthor id="410" name="未知用户34" initials="未" lastIdx="2" clrIdx="0"/>
  <p:cmAuthor id="411" name="未知用户42" initials="未" lastIdx="1" clrIdx="0"/>
  <p:cmAuthor id="412" name="未知的使用者109" initials="未" lastIdx="5" clrIdx="1"/>
  <p:cmAuthor id="413" name="未知的使用者122" initials="未" lastIdx="1" clrIdx="0"/>
  <p:cmAuthor id="414" name="未知的使用者123" initials="未" lastIdx="8" clrIdx="0"/>
  <p:cmAuthor id="415" name="未知用户90" initials="未" lastIdx="5" clrIdx="1"/>
  <p:cmAuthor id="416" name="未知用户91" initials="未" lastIdx="0" clrIdx="1"/>
  <p:cmAuthor id="417" name="未知用户92" initials="未" lastIdx="1" clrIdx="0"/>
  <p:cmAuthor id="418" name="未知用户74" initials="未" lastIdx="6" clrIdx="1"/>
  <p:cmAuthor id="419" name="未知用户75" initials="未" lastIdx="8" clrIdx="0"/>
  <p:cmAuthor id="420" name="未知用户76" initials="未" lastIdx="1" clrIdx="0"/>
  <p:cmAuthor id="421" name="未知用户77" initials="未" lastIdx="8" clrIdx="0"/>
  <p:cmAuthor id="422" name="未知用户78" initials="未" lastIdx="8" clrIdx="0"/>
  <p:cmAuthor id="423" name="未知用户79" initials="未" lastIdx="1" clrIdx="0"/>
  <p:cmAuthor id="424" name="未知用户80" initials="未" lastIdx="1" clrIdx="0"/>
  <p:cmAuthor id="425" name="Harry xu" initials="H" lastIdx="1" clrIdx="0"/>
  <p:cmAuthor id="426" name="未知用户27" initials="未" lastIdx="1" clrIdx="0"/>
  <p:cmAuthor id="427" name="未知用户35" initials="未" lastIdx="1" clrIdx="0"/>
  <p:cmAuthor id="428" name="未知用户111" initials="未" lastIdx="1" clrIdx="1"/>
  <p:cmAuthor id="429" name="标注" initials="标" lastIdx="2" clrIdx="321"/>
  <p:cmAuthor id="430" name="94895" initials="9" lastIdx="1" clrIdx="322"/>
  <p:cmAuthor id="431" name="多丽娅" initials="多" lastIdx="1" clrIdx="323"/>
  <p:cmAuthor id="432" name="sunyi1" initials="s" lastIdx="1" clrIdx="324"/>
  <p:cmAuthor id="433" name="10331183" initials="1" lastIdx="1" clrIdx="325"/>
  <p:cmAuthor id="434" name="whpaul" initials="w" lastIdx="1" clrIdx="326"/>
  <p:cmAuthor id="435" name="琚超" initials="琚" lastIdx="1" clrIdx="327"/>
  <p:cmAuthor id="436" name="beibei" initials="b" lastIdx="15" clrIdx="328"/>
  <p:cmAuthor id="437" name="徐孟江_MbuiiUbI" initials="徐" lastIdx="0" clrIdx="0"/>
  <p:cmAuthor id="438" name="goodbobo" initials="g" lastIdx="1" clrIdx="329"/>
  <p:cmAuthor id="439" name="zhang shaohui" initials="z" lastIdx="5" clrIdx="33"/>
  <p:cmAuthor id="440" name="金洁" initials="金" lastIdx="1" clrIdx="330"/>
  <p:cmAuthor id="441" name="王竑达" initials="王" lastIdx="1" clrIdx="34"/>
  <p:cmAuthor id="442" name="Liu, Hongqing (NSB - CN/Shanghai)" initials="L" lastIdx="1" clrIdx="41"/>
  <p:cmAuthor id="443" name="梁鹏" initials="梁" lastIdx="1" clrIdx="35"/>
  <p:cmAuthor id="444" name="sh-fanjunjie" initials="s" lastIdx="1" clrIdx="332"/>
  <p:cmAuthor id="445" name="lll" initials="l" lastIdx="1" clrIdx="333"/>
  <p:cmAuthor id="446" name="Cynthia L" initials="C" lastIdx="1" clrIdx="37"/>
  <p:cmAuthor id="447" name="wuxiaoqi1" initials="w" lastIdx="2" clrIdx="334"/>
  <p:cmAuthor id="448" name="qsl" initials="q" lastIdx="3" clrIdx="38"/>
  <p:cmAuthor id="449" name="00030386" initials="0" lastIdx="1" clrIdx="335"/>
  <p:cmAuthor id="450" name="raymond luan" initials="r" lastIdx="0" clrIdx="0"/>
  <p:cmAuthor id="451" name="thinkin" initials="t" lastIdx="2" clrIdx="337"/>
  <p:cmAuthor id="452" name="赵刚" initials="赵" lastIdx="1" clrIdx="325"/>
  <p:cmAuthor id="453" name="zhang" initials="z" lastIdx="1" clrIdx="339"/>
  <p:cmAuthor id="454" name="mu zi" initials="m" lastIdx="6" clrIdx="22"/>
  <p:cmAuthor id="455" name="代雨桐" initials="代" lastIdx="1" clrIdx="341"/>
  <p:cmAuthor id="456" name="娜娅" initials="娜" lastIdx="2" clrIdx="342"/>
  <p:cmAuthor id="457" name="houhj26" initials="h" lastIdx="1" clrIdx="343"/>
  <p:cmAuthor id="458" name="仝德志" initials="仝" lastIdx="1" clrIdx="0"/>
  <p:cmAuthor id="459" name="PC" initials="P" lastIdx="4" clrIdx="0"/>
  <p:cmAuthor id="460" name="未知的使用者169" initials="未" lastIdx="1" clrIdx="0"/>
  <p:cmAuthor id="461" name="未知的使用者183" initials="未" lastIdx="5" clrIdx="1"/>
  <p:cmAuthor id="462" name="未知的使用者182" initials="未" lastIdx="1" clrIdx="1"/>
  <p:cmAuthor id="463" name="未知的使用者173" initials="未" lastIdx="1" clrIdx="0"/>
  <p:cmAuthor id="464" name="未知的使用者161" initials="未" lastIdx="1" clrIdx="0"/>
  <p:cmAuthor id="465" name="崔彤欣" initials="崔" lastIdx="1" clrIdx="321"/>
  <p:cmAuthor id="466" name="未知的使用者162" initials="未" lastIdx="1" clrIdx="0"/>
  <p:cmAuthor id="467" name="yangjun123" initials="y" lastIdx="1" clrIdx="354"/>
  <p:cmAuthor id="468" name="未知的使用者184" initials="未" lastIdx="8" clrIdx="0"/>
  <p:cmAuthor id="469" name="未知的使用者185" initials="未" lastIdx="10" clrIdx="0"/>
  <p:cmAuthor id="470" name="未知的使用者186" initials="未" lastIdx="1" clrIdx="0"/>
  <p:cmAuthor id="471" name="未知的使用者175" initials="未" lastIdx="8" clrIdx="0"/>
  <p:cmAuthor id="472" name="未知的使用者176" initials="未" lastIdx="1" clrIdx="0"/>
  <p:cmAuthor id="473" name="未知的使用者187" initials="未" lastIdx="1" clrIdx="0"/>
  <p:cmAuthor id="474" name="未知的使用者178" initials="未" lastIdx="1" clrIdx="0"/>
  <p:cmAuthor id="475" name="未知的使用者179" initials="未" lastIdx="1" clrIdx="0"/>
  <p:cmAuthor id="476" name="未知的使用者180" initials="未" lastIdx="2" clrIdx="0"/>
  <p:cmAuthor id="477" name="未知的使用者181" initials="未" lastIdx="7" clrIdx="1"/>
  <p:cmAuthor id="478" name="未知的使用者170" initials="未" lastIdx="43" clrIdx="1"/>
  <p:cmAuthor id="479" name="HUAWEI" initials="H" lastIdx="2" clrIdx="366"/>
  <p:cmAuthor id="480" name="林诗婷" initials="林" lastIdx="1" clrIdx="367"/>
  <p:cmAuthor id="481" name="未知的使用者141" initials="未" lastIdx="8" clrIdx="0"/>
  <p:cmAuthor id="482" name="未知的使用者142" initials="未" lastIdx="1" clrIdx="0"/>
  <p:cmAuthor id="483" name="未知的使用者143" initials="未" lastIdx="1" clrIdx="0"/>
  <p:cmAuthor id="484" name="未知的使用者144" initials="未" lastIdx="1" clrIdx="0"/>
  <p:cmAuthor id="485" name="未知的使用者145" initials="未" lastIdx="1" clrIdx="0"/>
  <p:cmAuthor id="486" name="未知的使用者146" initials="未" lastIdx="1" clrIdx="0"/>
  <p:cmAuthor id="2001" name=" " initials="" lastIdx="1" clrIdx="6"/>
  <p:cmAuthor id="487" name="未知的使用者147" initials="未" lastIdx="1" clrIdx="0"/>
  <p:cmAuthor id="488" name="未知的使用者148" initials="未" lastIdx="8" clrIdx="0"/>
  <p:cmAuthor id="2003" name="晶晶 张" initials="晶张" lastIdx="1" clrIdx="76"/>
  <p:cmAuthor id="489" name="未知的使用者149" initials="未" lastIdx="8" clrIdx="0"/>
  <p:cmAuthor id="490" name="刘云轩" initials="刘" lastIdx="1" clrIdx="0"/>
  <p:cmAuthor id="491" name="sharon" initials="s" lastIdx="1" clrIdx="84"/>
  <p:cmAuthor id="492" name="未知用户131" initials="未" lastIdx="1" clrIdx="2"/>
  <p:cmAuthor id="493" name="未知的使用者194" initials="未" lastIdx="1" clrIdx="0"/>
  <p:cmAuthor id="494" name="未知用户134" initials="未" lastIdx="10" clrIdx="0"/>
  <p:cmAuthor id="495" name="未知用户135" initials="未" lastIdx="1" clrIdx="0"/>
  <p:cmAuthor id="496" name="未知用户136" initials="未" lastIdx="1" clrIdx="1"/>
  <p:cmAuthor id="497" name="Yoyo Wu" initials="Y" lastIdx="2" clrIdx="0"/>
  <p:cmAuthor id="498" name="未知的使用者201" initials="未" lastIdx="8" clrIdx="0"/>
  <p:cmAuthor id="499" name="任涛10036216" initials="任" lastIdx="1" clrIdx="41"/>
  <p:cmAuthor id="500" name="未知的使用者202" initials="未" lastIdx="0" clrIdx="1"/>
  <p:cmAuthor id="501" name="未知的使用者171" initials="未" lastIdx="3" clrIdx="1"/>
  <p:cmAuthor id="502" name="未知的使用者195" initials="未" lastIdx="1" clrIdx="1"/>
  <p:cmAuthor id="503" name="未知的使用者196" initials="未" lastIdx="1" clrIdx="0"/>
  <p:cmAuthor id="504" name="未知的使用者222" initials="未" lastIdx="5" clrIdx="1"/>
  <p:cmAuthor id="505" name="未知的使用者203" initials="未" lastIdx="1" clrIdx="0"/>
  <p:cmAuthor id="506" name="未知的使用者204" initials="未" lastIdx="1" clrIdx="0"/>
  <p:cmAuthor id="507" name="未知的使用者225" initials="未" lastIdx="1" clrIdx="0"/>
  <p:cmAuthor id="508" name="未知用户133" initials="未" lastIdx="1" clrIdx="0"/>
  <p:cmAuthor id="509" name="zhangbin" initials="z" lastIdx="6" clrIdx="0"/>
  <p:cmAuthor id="510" name="未知的使用者232" initials="未" lastIdx="8" clrIdx="0"/>
  <p:cmAuthor id="511" name="未知用户330" initials="未" lastIdx="5" clrIdx="0"/>
  <p:cmAuthor id="512" name="未知用户177" initials="未" lastIdx="2" clrIdx="0"/>
  <p:cmAuthor id="513" name="未知用户184" initials="未" lastIdx="1" clrIdx="1"/>
  <p:cmAuthor id="514" name="未知用户181" initials="未" lastIdx="2" clrIdx="0"/>
  <p:cmAuthor id="515" name="未知用户182" initials="未" lastIdx="1" clrIdx="49"/>
  <p:cmAuthor id="516" name="未知用户204" initials="未" lastIdx="1" clrIdx="0"/>
  <p:cmAuthor id="517" name="未知用户205" initials="未" lastIdx="1" clrIdx="0"/>
  <p:cmAuthor id="518" name="未知用户193" initials="未" lastIdx="3" clrIdx="0"/>
  <p:cmAuthor id="519" name="未知用户194" initials="未" lastIdx="1" clrIdx="0"/>
  <p:cmAuthor id="520" name="未知用户187" initials="未" lastIdx="10" clrIdx="0"/>
  <p:cmAuthor id="521" name="Kent" initials="K" lastIdx="2" clrIdx="0"/>
  <p:cmAuthor id="522" name="留毓吟" initials="留" lastIdx="1" clrIdx="0"/>
  <p:cmAuthor id="523" name="王嘉偉" initials="王" lastIdx="2" clrIdx="0"/>
  <p:cmAuthor id="524" name="dcis" initials="d" lastIdx="4" clrIdx="0"/>
  <p:cmAuthor id="525" name="FanJQ" initials="F" lastIdx="1" clrIdx="1"/>
  <p:cmAuthor id="526" name="未知用户211" initials="未" lastIdx="8" clrIdx="0"/>
  <p:cmAuthor id="527" name="未知用户212" initials="未" lastIdx="8" clrIdx="0"/>
  <p:cmAuthor id="381437688" name="谢学斌" initials="谢" lastIdx="0" clrIdx="0"/>
  <p:cmAuthor id="528" name="未知用户210" initials="未" lastIdx="1" clrIdx="0"/>
  <p:cmAuthor id="529" name="未知用户201" initials="未" lastIdx="8" clrIdx="0"/>
  <p:cmAuthor id="530" name="未知用户161" initials="未" lastIdx="1" clrIdx="0"/>
  <p:cmAuthor id="531" name="未知用户183" initials="未" lastIdx="1" clrIdx="0"/>
  <p:cmAuthor id="532" name="未知用户162" initials="未" lastIdx="1" clrIdx="0"/>
  <p:cmAuthor id="533" name="未知用户163" initials="未" lastIdx="8" clrIdx="0"/>
  <p:cmAuthor id="534" name="未知用户164" initials="未" lastIdx="1" clrIdx="0"/>
  <p:cmAuthor id="535" name="未知用户165" initials="未" lastIdx="2" clrIdx="0"/>
  <p:cmAuthor id="536" name="未知用户191" initials="未" lastIdx="1" clrIdx="0"/>
  <p:cmAuthor id="537" name="未知用户167" initials="未" lastIdx="1" clrIdx="0"/>
  <p:cmAuthor id="538" name="未知用户202" initials="未" lastIdx="8" clrIdx="0"/>
  <p:cmAuthor id="539" name="未知用户169" initials="未" lastIdx="1" clrIdx="0"/>
  <p:cmAuthor id="540" name="未知用户192" initials="未" lastIdx="1" clrIdx="0"/>
  <p:cmAuthor id="541" name="未知用户203" initials="未" lastIdx="1" clrIdx="1"/>
  <p:cmAuthor id="542" name="未知用户174" initials="未" lastIdx="1" clrIdx="0"/>
  <p:cmAuthor id="543" name="未知用户175" initials="未" lastIdx="1" clrIdx="0"/>
  <p:cmAuthor id="544" name="未知用户176" initials="未" lastIdx="1" clrIdx="0"/>
  <p:cmAuthor id="545" name="未知的使用者167" initials="未" lastIdx="0" clrIdx="1"/>
  <p:cmAuthor id="546" name="未知的使用者159" initials="未" lastIdx="1" clrIdx="1"/>
  <p:cmAuthor id="547" name="未知的使用者160" initials="未" lastIdx="1" clrIdx="0"/>
  <p:cmAuthor id="548" name="未知的使用者168" initials="未" lastIdx="1" clrIdx="0"/>
  <p:cmAuthor id="549" name="不明使用者7" initials="不" lastIdx="7" clrIdx="1"/>
  <p:cmAuthor id="550" name="未知用户120" initials="未" lastIdx="1" clrIdx="0"/>
  <p:cmAuthor id="551" name="未知用户122" initials="未" lastIdx="1" clrIdx="0"/>
  <p:cmAuthor id="552" name="未知用户132" initials="未" lastIdx="1" clrIdx="0"/>
  <p:cmAuthor id="553" name="未知用户141" initials="未" lastIdx="1" clrIdx="1"/>
  <p:cmAuthor id="554" name="未知用户143" initials="未" lastIdx="1" clrIdx="0"/>
  <p:cmAuthor id="555" name="未知用户144" initials="未" lastIdx="1" clrIdx="0"/>
  <p:cmAuthor id="556" name="未知用户145" initials="未" lastIdx="2" clrIdx="0"/>
  <p:cmAuthor id="557" name="未知用户119" initials="未" lastIdx="1" clrIdx="1"/>
  <p:cmAuthor id="558" name="未知用户140" initials="未" lastIdx="0" clrIdx="1"/>
  <p:cmAuthor id="559" name="未知用户142" initials="未" lastIdx="1" clrIdx="0"/>
  <p:cmAuthor id="560" name="未知用户157" initials="未" lastIdx="8" clrIdx="0"/>
  <p:cmAuthor id="561" name="未知用户158" initials="未" lastIdx="2" clrIdx="0"/>
  <p:cmAuthor id="562" name="未知用户159" initials="未" lastIdx="1" clrIdx="0"/>
  <p:cmAuthor id="563" name="未知用户160" initials="未" lastIdx="2" clrIdx="0"/>
  <p:cmAuthor id="564" name="未知用户168" initials="未" lastIdx="1" clrIdx="0"/>
  <p:cmAuthor id="565" name="順天" initials="順" lastIdx="1" clrIdx="0"/>
  <p:cmAuthor id="566" name="未知用户287" initials="未" lastIdx="0" clrIdx="1"/>
  <p:cmAuthor id="567" name="未知用户288" initials="未" lastIdx="1" clrIdx="0"/>
  <p:cmAuthor id="568" name="未知用户289" initials="未" lastIdx="1" clrIdx="0"/>
  <p:cmAuthor id="569" name="未知用户206" initials="未" lastIdx="6" clrIdx="0"/>
  <p:cmAuthor id="570" name="nancy" initials="n" lastIdx="1" clrIdx="0"/>
  <p:cmAuthor id="571" name="未知用户166" initials="未" lastIdx="1" clrIdx="0"/>
  <p:cmAuthor id="572" name="未知用户195" initials="未" lastIdx="1" clrIdx="0"/>
  <p:cmAuthor id="573" name="未知用户207" initials="未" lastIdx="3" clrIdx="1"/>
  <p:cmAuthor id="574" name="未知的使用者207" initials="未" lastIdx="1" clrIdx="0"/>
  <p:cmAuthor id="575" name="未知的使用者208" initials="未" lastIdx="1" clrIdx="0"/>
  <p:cmAuthor id="576" name="未知的使用者188" initials="未" lastIdx="1" clrIdx="0"/>
  <p:cmAuthor id="577" name="未知的使用者189" initials="未" lastIdx="2" clrIdx="0"/>
  <p:cmAuthor id="578" name="未知的使用者190" initials="未" lastIdx="1" clrIdx="1"/>
  <p:cmAuthor id="579" name="未知的使用者191" initials="未" lastIdx="1" clrIdx="0"/>
  <p:cmAuthor id="580" name="未知的使用者192" initials="未" lastIdx="1" clrIdx="0"/>
  <p:cmAuthor id="581" name="未知的使用者193" initials="未" lastIdx="2" clrIdx="0"/>
  <p:cmAuthor id="582" name="未知的使用者209" initials="未" lastIdx="8" clrIdx="0"/>
  <p:cmAuthor id="583" name="未知的使用者210" initials="未" lastIdx="1" clrIdx="0"/>
  <p:cmAuthor id="584" name="未知的使用者211" initials="未" lastIdx="1" clrIdx="0"/>
  <p:cmAuthor id="585" name="未知的使用者212" initials="未" lastIdx="11" clrIdx="0"/>
  <p:cmAuthor id="586" name="未知的使用者213" initials="未" lastIdx="7" clrIdx="1"/>
  <p:cmAuthor id="587" name="未知的使用者214" initials="未" lastIdx="1" clrIdx="2"/>
  <p:cmAuthor id="588" name="未知的使用者215" initials="未" lastIdx="1" clrIdx="0"/>
  <p:cmAuthor id="589" name="未知的使用者216" initials="未" lastIdx="1" clrIdx="0"/>
  <p:cmAuthor id="590" name="未知的使用者217" initials="未" lastIdx="1" clrIdx="1"/>
  <p:cmAuthor id="210492767" name="易培 杜" initials="易杜" lastIdx="1" clrIdx="76"/>
  <p:cmAuthor id="591" name="未知的使用者218" initials="未" lastIdx="1" clrIdx="0"/>
  <p:cmAuthor id="592" name="未知的使用者219" initials="未" lastIdx="2" clrIdx="0"/>
  <p:cmAuthor id="593" name="未知的使用者220" initials="未" lastIdx="7" clrIdx="1"/>
  <p:cmAuthor id="594" name="未知的使用者153" initials="未" lastIdx="1" clrIdx="0"/>
  <p:cmAuthor id="595" name="未知的使用者154" initials="未" lastIdx="1" clrIdx="0"/>
  <p:cmAuthor id="596" name="未知用户25" initials="未" lastIdx="1" clrIdx="0"/>
  <p:cmAuthor id="597" name="未知的使用者129" initials="未" lastIdx="1" clrIdx="0"/>
  <p:cmAuthor id="598" name="未知的使用者130" initials="未" lastIdx="8" clrIdx="0"/>
  <p:cmAuthor id="599" name="未知的使用者131" initials="未" lastIdx="2" clrIdx="0"/>
  <p:cmAuthor id="600" name="未知的使用者132" initials="未" lastIdx="8" clrIdx="0"/>
  <p:cmAuthor id="601" name="未知的使用者164" initials="未" lastIdx="8" clrIdx="0"/>
  <p:cmAuthor id="602" name="未知的使用者172" initials="未" lastIdx="1" clrIdx="0"/>
  <p:cmAuthor id="603" name="未知的使用者174" initials="未" lastIdx="1" clrIdx="0"/>
  <p:cmAuthor id="604" name="未知的使用者247" initials="未" lastIdx="6" clrIdx="0"/>
  <p:cmAuthor id="605" name="未知的使用者249" initials="未" lastIdx="43" clrIdx="1"/>
  <p:cmAuthor id="606" name="未知的使用者250" initials="未" lastIdx="1" clrIdx="0"/>
  <p:cmAuthor id="607" name="未知的使用者251" initials="未" lastIdx="1" clrIdx="0"/>
  <p:cmAuthor id="608" name="未知的使用者246" initials="未" lastIdx="1" clrIdx="1"/>
  <p:cmAuthor id="609" name="未知的使用者224" initials="未" lastIdx="1" clrIdx="0"/>
  <p:cmAuthor id="610" name="未知的使用者252" initials="未" lastIdx="1" clrIdx="0"/>
  <p:cmAuthor id="611" name="未知的使用者253" initials="未" lastIdx="1" clrIdx="0"/>
  <p:cmAuthor id="612" name="未知的使用者254" initials="未" lastIdx="1" clrIdx="0"/>
  <p:cmAuthor id="613" name="群智集" initials="群" lastIdx="0" clrIdx="0"/>
  <p:cmAuthor id="614" name="未知的使用者255" initials="未" lastIdx="1" clrIdx="0"/>
  <p:cmAuthor id="615" name="未知的使用者226" initials="未" lastIdx="8" clrIdx="0"/>
  <p:cmAuthor id="616" name="未知的使用者227" initials="未" lastIdx="2" clrIdx="0"/>
  <p:cmAuthor id="617" name="未知的使用者270" initials="未" lastIdx="1" clrIdx="0"/>
  <p:cmAuthor id="618" name="未知的使用者228" initials="未" lastIdx="8" clrIdx="0"/>
  <p:cmAuthor id="619" name="未知的使用者229" initials="未" lastIdx="8" clrIdx="0"/>
  <p:cmAuthor id="870434041" name="讀 書" initials="讀" lastIdx="1" clrIdx="663"/>
  <p:cmAuthor id="620" name="未知的使用者230" initials="未" lastIdx="1" clrIdx="0"/>
  <p:cmAuthor id="621" name="王 曦" initials="王" lastIdx="1" clrIdx="13"/>
  <p:cmAuthor id="622" name="Aqf" initials="A" lastIdx="1" clrIdx="36"/>
  <p:cmAuthor id="623" name="未知的使用者231" initials="未" lastIdx="1" clrIdx="0"/>
  <p:cmAuthor id="624" name="13709759491@139.com" initials="1" lastIdx="1" clrIdx="49"/>
  <p:cmAuthor id="625" name="未知的使用者256" initials="未" lastIdx="1" clrIdx="0"/>
  <p:cmAuthor id="626" name="未知的使用者233" initials="未" lastIdx="1" clrIdx="0"/>
  <p:cmAuthor id="627" name="高飞" initials="高" lastIdx="0" clrIdx="0"/>
  <p:cmAuthor id="628" name="未知的使用者234" initials="未" lastIdx="10" clrIdx="0"/>
  <p:cmAuthor id="629" name="xzb1" initials="x" lastIdx="1" clrIdx="1"/>
  <p:cmAuthor id="630" name="未知的使用者235" initials="未" lastIdx="1" clrIdx="0"/>
  <p:cmAuthor id="631" name="未知的使用者236" initials="未" lastIdx="1" clrIdx="0"/>
  <p:cmAuthor id="632" name="未知的使用者257" initials="未" lastIdx="1" clrIdx="0"/>
  <p:cmAuthor id="633" name="未知的使用者237" initials="未" lastIdx="1" clrIdx="0"/>
  <p:cmAuthor id="634" name="未知的使用者238" initials="未" lastIdx="2" clrIdx="0"/>
  <p:cmAuthor id="635" name="未知的使用者239" initials="未" lastIdx="1" clrIdx="1"/>
  <p:cmAuthor id="636" name="未知的使用者240" initials="未" lastIdx="1" clrIdx="0"/>
  <p:cmAuthor id="637" name="未知的使用者241" initials="未" lastIdx="1" clrIdx="0"/>
  <p:cmAuthor id="638" name="未知的使用者242" initials="未" lastIdx="2" clrIdx="0"/>
  <p:cmAuthor id="639" name="未知的使用者243" initials="未" lastIdx="1" clrIdx="0"/>
  <p:cmAuthor id="640" name="未知的使用者258" initials="未" lastIdx="8" clrIdx="0"/>
  <p:cmAuthor id="641" name="未知的使用者259" initials="未" lastIdx="1" clrIdx="0"/>
  <p:cmAuthor id="642" name="未知的使用者260" initials="未" lastIdx="1" clrIdx="0"/>
  <p:cmAuthor id="643" name="未知的使用者261" initials="未" lastIdx="11" clrIdx="0"/>
  <p:cmAuthor id="644" name="未知的使用者262" initials="未" lastIdx="7" clrIdx="1"/>
  <p:cmAuthor id="645" name="未知的使用者263" initials="未" lastIdx="1" clrIdx="2"/>
  <p:cmAuthor id="646" name="未知的使用者264" initials="未" lastIdx="1" clrIdx="0"/>
  <p:cmAuthor id="647" name="未知的使用者265" initials="未" lastIdx="1" clrIdx="0"/>
  <p:cmAuthor id="708433798" name="jialuo" initials="j" lastIdx="0" clrIdx="0"/>
  <p:cmAuthor id="648" name="未知的使用者266" initials="未" lastIdx="1" clrIdx="1"/>
  <p:cmAuthor id="649" name="未知的使用者267" initials="未" lastIdx="1" clrIdx="0"/>
  <p:cmAuthor id="650" name="未知的使用者268" initials="未" lastIdx="2" clrIdx="0"/>
  <p:cmAuthor id="651" name="未知的使用者269" initials="未" lastIdx="7" clrIdx="1"/>
  <p:cmAuthor id="652" name="lillian" initials="l" lastIdx="1" clrIdx="0"/>
  <p:cmAuthor id="653" name="未知用户197" initials="未" lastIdx="1" clrIdx="0"/>
  <p:cmAuthor id="654" name="孙音" initials="孙" lastIdx="1" clrIdx="653"/>
  <p:cmAuthor id="659" name="未知用户303" initials="未" lastIdx="5" clrIdx="1"/>
  <p:cmAuthor id="666" name="蓝礼健" initials="蓝" lastIdx="1" clrIdx="0"/>
  <p:cmAuthor id="669" name="shenbina" initials="s" lastIdx="1" clrIdx="0"/>
  <p:cmAuthor id="672" name="未知用户230" initials="未" lastIdx="3" clrIdx="1"/>
  <p:cmAuthor id="675" name="sushanshan1" initials="s" lastIdx="1" clrIdx="674"/>
  <p:cmAuthor id="677" name="未知用户354" initials="未" lastIdx="1" clrIdx="0"/>
  <p:cmAuthor id="678" name="未知的使用者221" initials="未" lastIdx="1" clrIdx="0"/>
  <p:cmAuthor id="394525611" name="mouse zz" initials="mz" lastIdx="1" clrIdx="54"/>
  <p:cmAuthor id="679" name="wzy" initials="w" lastIdx="1" clrIdx="678"/>
  <p:cmAuthor id="394525612" name="zheng kedan" initials="zk" lastIdx="1" clrIdx="41"/>
  <p:cmAuthor id="680" name="黄鹏" initials="黄" lastIdx="1" clrIdx="679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常光辉" initials="常" lastIdx="1" clrIdx="687"/>
  <p:cmAuthor id="689" name="cy" initials="c" lastIdx="1" clrIdx="76"/>
  <p:cmAuthor id="691" name="璇 安" initials="璇" lastIdx="9" clrIdx="85"/>
  <p:cmAuthor id="692" name="未知用户214" initials="未" lastIdx="2" clrIdx="0"/>
  <p:cmAuthor id="47245820" name="郏 鹏" initials="郏" lastIdx="1" clrIdx="16"/>
  <p:cmAuthor id="693" name="lxm" initials="l" lastIdx="1" clrIdx="413"/>
  <p:cmAuthor id="47245821" name="宋玉坤" initials="W用" lastIdx="1" clrIdx="24"/>
  <p:cmAuthor id="694" name="未知用户231" initials="未" lastIdx="1" clrIdx="0"/>
  <p:cmAuthor id="47245822" name="ma jialin" initials="mj" lastIdx="1" clrIdx="41"/>
  <p:cmAuthor id="47245823" name="刘海娜|liuhaina" initials="W用" lastIdx="1" clrIdx="36"/>
  <p:cmAuthor id="696" name="yesg" initials="y" lastIdx="1" clrIdx="0"/>
  <p:cmAuthor id="47245824" name="goforever814" initials="g" lastIdx="1" clrIdx="34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1473508789" name="杨哈哈" initials="杨" lastIdx="2" clrIdx="809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1020" name="杨登杰" initials="杨" lastIdx="1" clrIdx="1019"/>
  <p:cmAuthor id="1031" name="张其濛" initials="张" lastIdx="1" clrIdx="1030"/>
  <p:cmAuthor id="281886036" name="杨君" initials="杨" lastIdx="1" clrIdx="661"/>
  <p:cmAuthor id="549705751" name="Lee" initials="L" lastIdx="1" clrIdx="824"/>
  <p:cmAuthor id="336028587" name="jadeite" initials="j" lastIdx="3" clrIdx="660"/>
  <p:cmAuthor id="1473508790" name="磊 陈" initials="磊陈" lastIdx="1" clrIdx="977340791"/>
  <p:cmAuthor id="1483810881" name="WPS_1679281038" initials="W" lastIdx="1" clrIdx="2"/>
  <p:cmAuthor id="1473508791" name="Renoir" initials="R" lastIdx="2" clrIdx="1473508790"/>
  <p:cmAuthor id="288705279" name="国家一级注册小仙女®" initials="国" lastIdx="1" clrIdx="361"/>
  <p:cmAuthor id="523948564" name="节潇" initials="节" lastIdx="1" clrIdx="685"/>
  <p:cmAuthor id="655490266" name="FIREWORKS" initials="F" lastIdx="1" clrIdx="283"/>
  <p:cmAuthor id="352329618" name="billow.jen" initials="b" lastIdx="1" clrIdx="837"/>
  <p:cmAuthor id="1243155727" name="XiaoMing" initials="X" lastIdx="1" clrIdx="660"/>
  <p:cmAuthor id="227559214" name="文斌" initials="文" lastIdx="6" clrIdx="350"/>
  <p:cmAuthor id="1677977326" name="黄金超" initials="黄" lastIdx="1" clrIdx="798"/>
  <p:cmAuthor id="523898702" name="谢海明" initials="谢" lastIdx="1" clrIdx="672"/>
  <p:cmAuthor id="413571581" name="城" initials="城" lastIdx="1" clrIdx="824"/>
  <p:cmAuthor id="955304604" name="奇" initials="奇" lastIdx="2" clrIdx="13"/>
  <p:cmAuthor id="776829870" name="WPS_1580452479" initials="W" lastIdx="2" clrIdx="122"/>
  <p:cmAuthor id="900159495" name="momo" initials="m" lastIdx="1" clrIdx="823"/>
  <p:cmAuthor id="393192732" name="晴朗天空" initials="晴" lastIdx="6" clrIdx="822"/>
  <p:cmAuthor id="287643694" name="nature_emInFJF7" initials="authorId_313163542" lastIdx="0" clrIdx="0"/>
  <p:cmAuthor id="287643695" name="杨思思_VNjyvY7j" initials="authorId_430925712" lastIdx="0" clrIdx="0"/>
  <p:cmAuthor id="407726744" name="小邪" initials="小" lastIdx="1" clrIdx="860"/>
  <p:cmAuthor id="286894748" name="李渝" initials="李" lastIdx="1" clrIdx="358"/>
  <p:cmAuthor id="426372413" name="王红智" initials="王" lastIdx="2" clrIdx="657"/>
  <p:cmAuthor id="394525609" name="Jimmy-Power" initials="J" lastIdx="1" clrIdx="43"/>
  <p:cmAuthor id="394525610" name="罗 罗" initials="罗" lastIdx="1" clrIdx="37"/>
  <p:cmAuthor id="587750445" name="Julia Jia" initials="J" lastIdx="1" clrIdx="823"/>
  <p:cmAuthor id="197537691" name="刘" initials="刘" lastIdx="3" clrIdx="12"/>
  <p:cmAuthor id="214527478" name="♡汤圆♪" initials="♡" lastIdx="1" clrIdx="680"/>
  <p:cmAuthor id="1434958330" name="WPS_1668222346" initials="W" lastIdx="1" clrIdx="837"/>
  <p:cmAuthor id="1036066707" name="陈双华" initials="陈" lastIdx="1" clrIdx="852"/>
  <p:cmAuthor id="792137479" name="yan冰" initials="y" lastIdx="1" clrIdx="677"/>
  <p:cmAuthor id="1411829" name="张静_Anua7Nne" initials="authorId_935319063" lastIdx="0" clrIdx="0"/>
  <p:cmAuthor id="426796441" name="段甜甜" initials="段" lastIdx="1" clrIdx="874"/>
  <p:cmAuthor id="191251537" name="178405028@qq.com" initials="1" lastIdx="1" clrIdx="37"/>
  <p:cmAuthor id="191251538" name="王元" initials="R" lastIdx="1" clrIdx="39"/>
  <p:cmAuthor id="708433799" name="尹泽明" initials="尹" lastIdx="7" clrIdx="708433798"/>
  <p:cmAuthor id="708433800" name="朱宁" initials="朱" lastIdx="1" clrIdx="708433799"/>
  <p:cmAuthor id="708433801" name="Liangdp" initials="L" lastIdx="1" clrIdx="708433800"/>
  <p:cmAuthor id="708433802" name="刘智鹏" initials="刘" lastIdx="1" clrIdx="708433801"/>
  <p:cmAuthor id="244755184" name="安" initials="安" lastIdx="1" clrIdx="681"/>
  <p:cmAuthor id="475196946" name="王 成岩" initials="王" lastIdx="1" clrIdx="23"/>
  <p:cmAuthor id="475196947" name="陶夏溦" initials="陶夏溦" lastIdx="1" clrIdx="46"/>
  <p:cmAuthor id="977340791" name="成思远" initials="成" lastIdx="1" clrIdx="977340790"/>
  <p:cmAuthor id="1269095792" name="LeonLin" initials="L" lastIdx="1" clrIdx="858"/>
  <p:cmAuthor id="272456739" name="time killer" initials="t" lastIdx="1" clrIdx="688"/>
  <p:cmAuthor id="1559143966" name="WPS_1700532929" initials="W" lastIdx="1" clrIdx="373"/>
  <p:cmAuthor id="1123687567" name="mystic" initials="m" lastIdx="1" clrIdx="11"/>
  <p:cmAuthor id="317137867" name="大耳朵" initials="大" lastIdx="1" clrIdx="813"/>
  <p:cmAuthor id="1459057800" name="丰先生" initials="丰" lastIdx="1" clrIdx="674"/>
  <p:cmAuthor id="448587879" name="QMY" initials="Q" lastIdx="5" clrIdx="39"/>
  <p:cmAuthor id="1013961691" name="施俊" initials="施" lastIdx="3" clrIdx="41"/>
  <p:cmAuthor id="665" name="未知的使用者76" initials="未" lastIdx="1" clrIdx="0"/>
  <p:cmAuthor id="1121787201" name="新泉" initials="新" lastIdx="2" clrIdx="677"/>
  <p:cmAuthor id="671" name="周剑明" initials="周" lastIdx="1" clrIdx="16"/>
  <p:cmAuthor id="676" name="李雄邦" initials="李" lastIdx="1" clrIdx="377"/>
  <p:cmAuthor id="690" name="wuyh501" initials="w" lastIdx="36" clrIdx="689"/>
  <p:cmAuthor id="695" name="lit53" initials="l" lastIdx="1" clrIdx="694"/>
  <p:cmAuthor id="697" name="张心怡" initials="张" lastIdx="4" clrIdx="696"/>
  <p:cmAuthor id="1567937017" name="三无产品手工作坊" initials="三" lastIdx="5" clrIdx="49"/>
  <p:cmAuthor id="698" name="陳珮琪" initials="陳珮琪" lastIdx="1" clrIdx="188"/>
  <p:cmAuthor id="244425171" name="Mars.T" initials="M" lastIdx="1" clrIdx="334"/>
  <p:cmAuthor id="702" name="Tome" initials="T" lastIdx="1" clrIdx="85"/>
  <p:cmAuthor id="710" name="Stacy Chiang" initials="S" lastIdx="2" clrIdx="0"/>
  <p:cmAuthor id="715" name="cf" initials="c" lastIdx="2" clrIdx="690"/>
  <p:cmAuthor id="722" name="未知用户276" initials="未" lastIdx="8" clrIdx="0"/>
  <p:cmAuthor id="1124605820" name="李红" initials="李" lastIdx="1" clrIdx="692"/>
  <p:cmAuthor id="1124605821" name="碳酸 碳酸" initials="碳碳" lastIdx="1" clrIdx="824"/>
  <p:cmAuthor id="1124605822" name="lb d" initials="ld" lastIdx="3" clrIdx="708433799"/>
  <p:cmAuthor id="762110854" name="Steve" initials="S" lastIdx="1" clrIdx="372"/>
  <p:cmAuthor id="229484658" name="Ronnie" initials="R" lastIdx="1" clrIdx="20"/>
  <p:cmAuthor id="879704533" name="张百峰" initials="张" lastIdx="1" clrIdx="884"/>
  <p:cmAuthor id="691587971" name="王林10186938" initials="王林10186938" lastIdx="1" clrIdx="41"/>
  <p:cmAuthor id="691587972" name="得一 得一" initials="得一" lastIdx="1" clrIdx="46"/>
  <p:cmAuthor id="826" name="86156" initials="8" lastIdx="1" clrIdx="825"/>
  <p:cmAuthor id="828" name="m1860" initials="m" lastIdx="7" clrIdx="827"/>
  <p:cmAuthor id="829" name="青春" initials="青" lastIdx="1" clrIdx="828"/>
  <p:cmAuthor id="830" name="郭胜飞" initials="郭" lastIdx="4" clrIdx="829"/>
  <p:cmAuthor id="691587980" name="尚磊" initials="尚" lastIdx="1" clrIdx="691587979"/>
  <p:cmAuthor id="833" name="曾楚轩" initials="曾" lastIdx="2" clrIdx="832"/>
  <p:cmAuthor id="691587981" name="刘津" initials="刘" lastIdx="1" clrIdx="691587980"/>
  <p:cmAuthor id="834" name="进 揭" initials="进" lastIdx="1" clrIdx="87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7" name="apple" initials="a" lastIdx="1" clrIdx="836"/>
  <p:cmAuthor id="49837071" name="YY" initials="Y" lastIdx="1" clrIdx="176"/>
  <p:cmAuthor id="839" name="未知用户488" initials="未" lastIdx="10" clrIdx="0"/>
  <p:cmAuthor id="840" name="nyks" initials="n" lastIdx="4" clrIdx="839"/>
  <p:cmAuthor id="841" name="未知用户477" initials="未" lastIdx="2" clrIdx="0"/>
  <p:cmAuthor id="991434853" name="冯芳" initials="冯" lastIdx="1" clrIdx="991434852"/>
  <p:cmAuthor id="991434854" name="任龙飞" initials="任" lastIdx="6" clrIdx="991434853"/>
  <p:cmAuthor id="843" name="10015046" initials="1" lastIdx="1" clrIdx="842"/>
  <p:cmAuthor id="844" name="38897" initials="3" lastIdx="1" clrIdx="843"/>
  <p:cmAuthor id="845" name="未知用户481" initials="未" lastIdx="10" clrIdx="0"/>
  <p:cmAuthor id="846" name="白钰" initials="白" lastIdx="1" clrIdx="845"/>
  <p:cmAuthor id="848" name="张竞" initials="张" lastIdx="1" clrIdx="847"/>
  <p:cmAuthor id="849" name="未知用户224" initials="未" lastIdx="5" clrIdx="0"/>
  <p:cmAuthor id="850" name="未知用户486" initials="未" lastIdx="0" clrIdx="0"/>
  <p:cmAuthor id="851" name="魏天伟" initials="魏" lastIdx="1" clrIdx="850"/>
  <p:cmAuthor id="852" name="张宇" initials="张" lastIdx="2" clrIdx="851"/>
  <p:cmAuthor id="853" name="duzl0" initials="d" lastIdx="1" clrIdx="852"/>
  <p:cmAuthor id="854" name="guojingwen1" initials="g" lastIdx="1" clrIdx="853"/>
  <p:cmAuthor id="856" name="未知用户259" initials="未" lastIdx="1" clrIdx="0"/>
  <p:cmAuthor id="858" name="shenyw18" initials="s" lastIdx="1" clrIdx="857"/>
  <p:cmAuthor id="859" name="huangyx39" initials="h" lastIdx="1" clrIdx="858"/>
  <p:cmAuthor id="860" name="牛紫薇" initials="牛" lastIdx="1" clrIdx="859"/>
  <p:cmAuthor id="861" name="seki" initials="s" lastIdx="1" clrIdx="0"/>
  <p:cmAuthor id="862" name="llm" initials="1" lastIdx="1" clrIdx="861"/>
  <p:cmAuthor id="863" name="陈礼波" initials="陈" lastIdx="2" clrIdx="862"/>
  <p:cmAuthor id="864" name="未知用户270" initials="未" lastIdx="1" clrIdx="0"/>
  <p:cmAuthor id="866" name="刘泽思" initials="刘" lastIdx="1" clrIdx="865"/>
  <p:cmAuthor id="868" name="俊呈 賴" initials="俊" lastIdx="1" clrIdx="87"/>
  <p:cmAuthor id="869" name="汤善朋" initials="汤" lastIdx="1" clrIdx="868"/>
  <p:cmAuthor id="870" name="未知用户10" initials="未" lastIdx="1" clrIdx="20"/>
  <p:cmAuthor id="871" name="Nero" initials="N" lastIdx="2" clrIdx="0"/>
  <p:cmAuthor id="872" name="yifan song" initials="y" lastIdx="1" clrIdx="85"/>
  <p:cmAuthor id="873" name="吴萌" initials="吴" lastIdx="4" clrIdx="872"/>
  <p:cmAuthor id="724625022" name="晶" initials="晶" lastIdx="1" clrIdx="664"/>
  <p:cmAuthor id="876" name="莊安君" initials="莊" lastIdx="1" clrIdx="65"/>
  <p:cmAuthor id="724625023" name="zr zhang" initials="zz" lastIdx="1" clrIdx="665"/>
  <p:cmAuthor id="877" name="王燕" initials="王" lastIdx="1" clrIdx="876"/>
  <p:cmAuthor id="879" name="陳建璋" initials="陳" lastIdx="2" clrIdx="85"/>
  <p:cmAuthor id="880" name="建璋" initials="建" lastIdx="1" clrIdx="86"/>
  <p:cmAuthor id="881" name="王皓天" initials="A" lastIdx="1" clrIdx="880"/>
  <p:cmAuthor id="826773664" name="marmot" initials="m" lastIdx="1" clrIdx="667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未知用户241" initials="未" lastIdx="0" clrIdx="1"/>
  <p:cmAuthor id="888" name="未知用户242" initials="未" lastIdx="3" clrIdx="0"/>
  <p:cmAuthor id="889" name="tsc" initials="l" lastIdx="1" clrIdx="888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234495212" name="DDDDD" initials="D" lastIdx="1" clrIdx="806"/>
  <p:cmAuthor id="567896727" name="暴躁火柴人" initials="暴" lastIdx="3" clrIdx="640"/>
  <p:cmAuthor id="894" name="未知用户302" initials="未" lastIdx="1" clrIdx="0"/>
  <p:cmAuthor id="897" name="10023731" initials="1" lastIdx="1" clrIdx="896"/>
  <p:cmAuthor id="898" name="許詩婕" initials="許" lastIdx="1" clrIdx="1"/>
  <p:cmAuthor id="900" name="minil" initials="m" lastIdx="4" clrIdx="589"/>
  <p:cmAuthor id="901" name="15106" initials="1" lastIdx="4" clrIdx="0"/>
  <p:cmAuthor id="903" name="陈光" initials="陈" lastIdx="1" clrIdx="902"/>
  <p:cmAuthor id="904" name="Zhu, Hawk" initials="Z" lastIdx="1" clrIdx="0"/>
  <p:cmAuthor id="905" name="tanjp" initials="t" lastIdx="0" clrIdx="491"/>
  <p:cmAuthor id="906" name="YS" initials="Y" lastIdx="1" clrIdx="86"/>
  <p:cmAuthor id="908" name="10285279" initials="1" lastIdx="1" clrIdx="907"/>
  <p:cmAuthor id="47245825" name="艾启明" initials="A" lastIdx="3" clrIdx="39"/>
  <p:cmAuthor id="910" name="Jdi" initials="J" lastIdx="0" clrIdx="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linjs26" initials="l" lastIdx="2" clrIdx="924"/>
  <p:cmAuthor id="926" name="Rex" initials="R" lastIdx="0" clrIdx="0"/>
  <p:cmAuthor id="927" name="余佳" initials="余" lastIdx="2" clrIdx="926"/>
  <p:cmAuthor id="932" name="Hw111" initials="H" lastIdx="1" clrIdx="931"/>
  <p:cmAuthor id="934" name="段立兵" initials="段" lastIdx="1" clrIdx="933"/>
  <p:cmAuthor id="935" name="Jane" initials="u" lastIdx="1" clrIdx="934"/>
  <p:cmAuthor id="241183969" name="八步" initials="八" lastIdx="1" clrIdx="21"/>
  <p:cmAuthor id="937" name="张小梅" initials="张" lastIdx="1" clrIdx="936"/>
  <p:cmAuthor id="940" name="10329322" initials="1" lastIdx="1" clrIdx="939"/>
  <p:cmAuthor id="1669746569" name="WPS_1735520906" initials="W" lastIdx="1" clrIdx="935"/>
  <p:cmAuthor id="942" name="李佳杭" initials="李" lastIdx="1" clrIdx="941"/>
  <p:cmAuthor id="1669746570" name="Lily" initials="L" lastIdx="1" clrIdx="1669746569"/>
  <p:cmAuthor id="943" name="薛明" initials="一" lastIdx="2" clrIdx="942"/>
  <p:cmAuthor id="946" name="赵宁" initials="zn" lastIdx="1" clrIdx="945"/>
  <p:cmAuthor id="948" name="邱倩琳" initials="邱" lastIdx="1" clrIdx="947"/>
  <p:cmAuthor id="952" name="liuc211" initials="l" lastIdx="1" clrIdx="951"/>
  <p:cmAuthor id="955" name="陈豪" initials="陈" lastIdx="1" clrIdx="954"/>
  <p:cmAuthor id="1574032945" name="企业用户_1424318118" initials="企" lastIdx="1" clrIdx="642"/>
  <p:cmAuthor id="617885885" name="类" initials="类" lastIdx="1" clrIdx="671"/>
  <p:cmAuthor id="974" name="QQH" initials="QQH" lastIdx="1" clrIdx="973"/>
  <p:cmAuthor id="2000" name="周文_R7fau6bq" initials="authorId_265585642" lastIdx="1630185183" clrIdx="0"/>
  <p:cmAuthor id="2002" name="唐 策" initials="唐" lastIdx="1" clrIdx="19"/>
  <p:cmAuthor id="2005" name="王春泽" initials="l" lastIdx="2" clrIdx="37"/>
  <p:cmAuthor id="2006" name="18603367231@wo.cn" initials="1" lastIdx="1" clrIdx="38"/>
  <p:cmAuthor id="432904818" name="Endless" initials="E" lastIdx="1" clrIdx="837"/>
  <p:cmAuthor id="213210457" name="SuYan" initials="S" lastIdx="2" clrIdx="812"/>
  <p:cmAuthor id="197949914" name="草长莺飞" initials="草" lastIdx="4" clrIdx="848"/>
  <p:cmAuthor id="1042" name="宋斌" initials="宋" lastIdx="0" clrIdx="1041"/>
  <p:cmAuthor id="1043" name="zhangxiao" initials="z" lastIdx="0" clrIdx="1042"/>
  <p:cmAuthor id="1044" name="Xiaoyan Pei(联通集团技术部)" initials="X" lastIdx="0" clrIdx="1043"/>
  <p:cmAuthor id="1045" name="刘馨靖" initials="刘馨靖" lastIdx="0" clrIdx="1044"/>
  <p:cmAuthor id="1046" name="luan yun" initials="ly" lastIdx="0" clrIdx="1045"/>
  <p:cmAuthor id="1047" name="James Shihao Zhou" initials="J" lastIdx="0" clrIdx="1046"/>
  <p:cmAuthor id="1048" name="Zach Zhongkai Ye" initials="Z" lastIdx="0" clrIdx="1047"/>
  <p:cmAuthor id="1049" name="Emily Lu Chen" initials="E" lastIdx="0" clrIdx="1048"/>
  <p:cmAuthor id="1050" name="Lynette Zitong Li" initials="L" lastIdx="0" clrIdx="1049"/>
  <p:cmAuthor id="1051" name="Chris Kun Yu Lin" initials="C" lastIdx="0" clrIdx="1050"/>
  <p:cmAuthor id="1052" name="Shi Super" initials="SS" lastIdx="0" clrIdx="1051"/>
  <p:cmAuthor id="1053" name="周旭东" initials="周" lastIdx="0" clrIdx="1052"/>
  <p:cmAuthor id="1054" name="Administrator" initials="A" lastIdx="0" clrIdx="1053"/>
  <p:cmAuthor id="1055" name="sx_xuzx" initials="s" lastIdx="0" clrIdx="1054"/>
  <p:cmAuthor id="1056" name="渠沛" initials="渠" lastIdx="0" clrIdx="1055"/>
  <p:cmAuthor id="1057" name="龚百中" initials="龚" lastIdx="0" clrIdx="1056"/>
  <p:cmAuthor id="1058" name="10288631" initials="1" lastIdx="0" clrIdx="1057"/>
  <p:cmAuthor id="1059" name="wyz" initials="w" lastIdx="0" clrIdx="1058"/>
  <p:cmAuthor id="1060" name="10270945" initials="1" lastIdx="0" clrIdx="1059"/>
  <p:cmAuthor id="1061" name="10295142" initials="1" lastIdx="0" clrIdx="1060"/>
  <p:cmAuthor id="1062" name="刘雨润" initials="刘" lastIdx="0" clrIdx="1061"/>
  <p:cmAuthor id="1063" name="10045953" initials="1" lastIdx="0" clrIdx="1062"/>
  <p:cmAuthor id="1064" name="李楠10047711" initials="李楠10047711" lastIdx="0" clrIdx="1063"/>
  <p:cmAuthor id="1065" name="610007" initials="6" lastIdx="0" clrIdx="1064"/>
  <p:cmAuthor id="1066" name="My" initials="M" lastIdx="0" clrIdx="1065"/>
  <p:cmAuthor id="1067" name="10133177" initials="1" lastIdx="0" clrIdx="1066"/>
  <p:cmAuthor id="1068" name="李艳玲" initials="李" lastIdx="0" clrIdx="1067"/>
  <p:cmAuthor id="1069" name="陈丽丽" initials="陈" lastIdx="0" clrIdx="1068"/>
  <p:cmAuthor id="1070" name="Dell" initials="D" lastIdx="0" clrIdx="1069"/>
  <p:cmAuthor id="1071" name="王淼" initials="王" lastIdx="0" clrIdx="1070"/>
  <p:cmAuthor id="1072" name="10157624" initials="1" lastIdx="0" clrIdx="1071"/>
  <p:cmAuthor id="1073" name="周玉军" initials="周" lastIdx="0" clrIdx="1072"/>
  <p:cmAuthor id="1074" name="未知用户107" initials="" lastIdx="0" clrIdx="1073"/>
  <p:cmAuthor id="1075" name="未知的使用者80" initials="" lastIdx="0" clrIdx="1074"/>
  <p:cmAuthor id="1076" name="张晓然" initials="张" lastIdx="0" clrIdx="1075"/>
  <p:cmAuthor id="1077" name="Zhao Jing" initials="Z" lastIdx="0" clrIdx="1076"/>
  <p:cmAuthor id="1078" name="未知的使用者83" initials="" lastIdx="0" clrIdx="1077"/>
  <p:cmAuthor id="1079" name="徐旭" initials="徐" lastIdx="0" clrIdx="1078"/>
  <p:cmAuthor id="1080" name="未知的使用者70" initials="" lastIdx="0" clrIdx="1079"/>
  <p:cmAuthor id="1081" name="未知的使用者85" initials="" lastIdx="0" clrIdx="1080"/>
  <p:cmAuthor id="1082" name="未知的使用者40" initials="" lastIdx="0" clrIdx="1081"/>
  <p:cmAuthor id="1083" name="未知的使用者87" initials="" lastIdx="0" clrIdx="1082"/>
  <p:cmAuthor id="1084" name="曾红" initials="" lastIdx="0" clrIdx="1083"/>
  <p:cmAuthor id="1085" name="未知的使用者90" initials="" lastIdx="0" clrIdx="1084"/>
  <p:cmAuthor id="1086" name="李京" initials="李" lastIdx="0" clrIdx="1085"/>
  <p:cmAuthor id="1087" name="未知的使用者91" initials="" lastIdx="0" clrIdx="1086"/>
  <p:cmAuthor id="1088" name="jig" initials="j" lastIdx="0" clrIdx="1087"/>
  <p:cmAuthor id="1089" name="未知的使用者98" initials="" lastIdx="0" clrIdx="1088"/>
  <p:cmAuthor id="1090" name="yuyang zhou" initials="yz" lastIdx="0" clrIdx="1089"/>
  <p:cmAuthor id="1091" name="CHRISYU" initials="" lastIdx="0" clrIdx="1090"/>
  <p:cmAuthor id="1092" name="未知的使用者113" initials="" lastIdx="0" clrIdx="1091"/>
  <p:cmAuthor id="1093" name="未知用户9" initials="" lastIdx="0" clrIdx="1092"/>
  <p:cmAuthor id="1094" name="未知用户103" initials="" lastIdx="0" clrIdx="1093"/>
  <p:cmAuthor id="1095" name="Unknown User52" initials="" lastIdx="0" clrIdx="1094"/>
  <p:cmAuthor id="1096" name="未知的使用者42" initials="" lastIdx="0" clrIdx="1095"/>
  <p:cmAuthor id="1097" name="Unknown User50" initials="" lastIdx="0" clrIdx="1096"/>
  <p:cmAuthor id="1098" name="未知的使用者120" initials="" lastIdx="0" clrIdx="1097"/>
  <p:cmAuthor id="1099" name="px" initials="" lastIdx="0" clrIdx="1098"/>
  <p:cmAuthor id="1100" name="陈驹洲" initials="A" lastIdx="0" clrIdx="1099"/>
  <p:cmAuthor id="1101" name="li jing" initials="lj" lastIdx="0" clrIdx="1100"/>
  <p:cmAuthor id="1102" name="zhanghui" initials="z" lastIdx="0" clrIdx="1101"/>
  <p:cmAuthor id="1103" name="未知的使用者73" initials="" lastIdx="0" clrIdx="1102"/>
  <p:cmAuthor id="1104" name="未知的使用者24" initials="" lastIdx="0" clrIdx="1103"/>
  <p:cmAuthor id="1105" name="未知用户16" initials="" lastIdx="0" clrIdx="1104"/>
  <p:cmAuthor id="1106" name="Mary Feil-Jacobs" initials="" lastIdx="0" clrIdx="1105"/>
  <p:cmAuthor id="1107" name="LiuHui" initials="" lastIdx="0" clrIdx="1106"/>
  <p:cmAuthor id="1108" name="未知的使用者45" initials="" lastIdx="0" clrIdx="1107"/>
  <p:cmAuthor id="1109" name="未知用户104" initials="" lastIdx="0" clrIdx="1108"/>
  <p:cmAuthor id="1110" name="未知用户5" initials="" lastIdx="0" clrIdx="1109"/>
  <p:cmAuthor id="1111" name="未知的使用者10" initials="" lastIdx="0" clrIdx="1110"/>
  <p:cmAuthor id="1112" name="alpha" initials="a" lastIdx="0" clrIdx="1111"/>
  <p:cmAuthor id="1113" name="Unknown User23" initials="U" lastIdx="0" clrIdx="1112"/>
  <p:cmAuthor id="1114" name="Unknown User112" initials="U" lastIdx="0" clrIdx="1113"/>
  <p:cmAuthor id="1115" name="Unknown User59" initials="U" lastIdx="0" clrIdx="1114"/>
  <p:cmAuthor id="1116" name="Unknown User113" initials="U" lastIdx="0" clrIdx="1115"/>
  <p:cmAuthor id="1117" name="Unknown User114" initials="U" lastIdx="0" clrIdx="1116"/>
  <p:cmAuthor id="1118" name="Unknown User111" initials="U" lastIdx="0" clrIdx="1117"/>
  <p:cmAuthor id="1119" name="王天永" initials="王" lastIdx="0" clrIdx="1118"/>
  <p:cmAuthor id="1120" name="Unknown User63" initials="U" lastIdx="0" clrIdx="1119"/>
  <p:cmAuthor id="1121" name="Unknown User115" initials="U" lastIdx="0" clrIdx="1120"/>
  <p:cmAuthor id="1122" name="Unknown User116" initials="U" lastIdx="0" clrIdx="1121"/>
  <p:cmAuthor id="1123" name="杨帆" initials="杨" lastIdx="0" clrIdx="1122"/>
  <p:cmAuthor id="1124" name="Unknown User66" initials="U" lastIdx="0" clrIdx="1123"/>
  <p:cmAuthor id="1125" name="胡尼亚" initials="胡" lastIdx="0" clrIdx="1124"/>
  <p:cmAuthor id="1126" name="未知用户189" initials="未" lastIdx="0" clrIdx="1125"/>
  <p:cmAuthor id="1127" name="Unknown User69" initials="U" lastIdx="0" clrIdx="1126"/>
  <p:cmAuthor id="1128" name="郭卫军" initials="郭" lastIdx="0" clrIdx="1127"/>
  <p:cmAuthor id="1129" name="未知的使用者155" initials="未" lastIdx="0" clrIdx="1128"/>
  <p:cmAuthor id="1130" name="未知的使用者152" initials="未" lastIdx="0" clrIdx="1129"/>
  <p:cmAuthor id="1131" name="huoys" initials="h" lastIdx="0" clrIdx="1130"/>
  <p:cmAuthor id="1132" name="liubin (AD)" initials="l(" lastIdx="0" clrIdx="1131"/>
  <p:cmAuthor id="1133" name="林志强" initials="林" lastIdx="0" clrIdx="1132"/>
  <p:cmAuthor id="1134" name="陶选如" initials="陶" lastIdx="0" clrIdx="1133"/>
  <p:cmAuthor id="1135" name="姚翔" initials="姚" lastIdx="0" clrIdx="1134"/>
  <p:cmAuthor id="1136" name="曾素灵" initials="曾" lastIdx="0" clrIdx="1135"/>
  <p:cmAuthor id="1137" name="hqm-liuwp19" initials="h" lastIdx="0" clrIdx="1136"/>
  <p:cmAuthor id="1138" name="Baidada" initials="B" lastIdx="0" clrIdx="1137"/>
  <p:cmAuthor id="1139" name="calvinchen" initials="c" lastIdx="0" clrIdx="1138"/>
  <p:cmAuthor id="1140" name="孔祥云" initials="孔" lastIdx="0" clrIdx="1139"/>
  <p:cmAuthor id="1141" name="eoczj" initials="e" lastIdx="0" clrIdx="1140"/>
  <p:cmAuthor id="1142" name="孔琦璟" initials="孔" lastIdx="0" clrIdx="1141"/>
  <p:cmAuthor id="1143" name="王长青" initials="王长青" lastIdx="0" clrIdx="1142"/>
  <p:cmAuthor id="1144" name="Unknown User27" initials="U" lastIdx="0" clrIdx="1143"/>
  <p:cmAuthor id="1145" name="Unknown User24" initials="U" lastIdx="0" clrIdx="1144"/>
  <p:cmAuthor id="1146" name="未知用户118" initials="未" lastIdx="0" clrIdx="1145"/>
  <p:cmAuthor id="1147" name="Xia Ting" initials="X" lastIdx="0" clrIdx="1146"/>
  <p:cmAuthor id="1148" name="未知用户180" initials="未" lastIdx="0" clrIdx="1147"/>
  <p:cmAuthor id="1149" name="不明使用者54" initials="不" lastIdx="0" clrIdx="1148"/>
  <p:cmAuthor id="1150" name="未知用户94" initials="未" lastIdx="0" clrIdx="1149"/>
  <p:cmAuthor id="1151" name="未知用户321" initials="未" lastIdx="0" clrIdx="1150"/>
  <p:cmAuthor id="1152" name="未知用户215" initials="未" lastIdx="0" clrIdx="1151"/>
  <p:cmAuthor id="1153" name="未知的使用者200" initials="未" lastIdx="0" clrIdx="1152"/>
  <p:cmAuthor id="1154" name="Arno.Du(杜明星)" initials="A" lastIdx="0" clrIdx="1153"/>
  <p:cmAuthor id="1155" name="未知的使用者158" initials="未" lastIdx="0" clrIdx="1154"/>
  <p:cmAuthor id="1156" name="WANGZF" initials="W" lastIdx="0" clrIdx="1155"/>
  <p:cmAuthor id="1157" name="Microsoft Office User" initials="M" lastIdx="0" clrIdx="1156"/>
  <p:cmAuthor id="1158" name="boyen" initials="b" lastIdx="0" clrIdx="1157"/>
  <p:cmAuthor id="1159" name="赵 璐" initials="赵" lastIdx="0" clrIdx="1158"/>
  <p:cmAuthor id="1160" name="yangqd3" initials="y" lastIdx="0" clrIdx="1159"/>
  <p:cmAuthor id="1161" name="longyamei-1" initials="l" lastIdx="0" clrIdx="1160"/>
  <p:cmAuthor id="1162" name="lenovo" initials="l" lastIdx="0" clrIdx="1161"/>
  <p:cmAuthor id="1163" name="JeremyBai" initials="J" lastIdx="0" clrIdx="1162"/>
  <p:cmAuthor id="1164" name="徐光宇" initials="徐" lastIdx="0" clrIdx="1163"/>
  <p:cmAuthor id="1165" name="云峰 贾" initials="云" lastIdx="0" clrIdx="1164"/>
  <p:cmAuthor id="1166" name="zj361" initials="z" lastIdx="0" clrIdx="1165"/>
  <p:cmAuthor id="1167" name="王娴" initials="王" lastIdx="0" clrIdx="1166"/>
  <p:cmAuthor id="1168" name="孙远" initials="孙" lastIdx="0" clrIdx="1167"/>
  <p:cmAuthor id="1169" name="irina_s" initials="i" lastIdx="0" clrIdx="1168"/>
  <p:cmAuthor id="1170" name="dongjg12" initials="d" lastIdx="0" clrIdx="1169"/>
  <p:cmAuthor id="1171" name="dongxin" initials="d" lastIdx="0" clrIdx="1170"/>
  <p:cmAuthor id="1172" name="Owner" initials="O" lastIdx="0" clrIdx="1171"/>
  <p:cmAuthor id="1173" name="ADMIN" initials="A" lastIdx="0" clrIdx="1172"/>
  <p:cmAuthor id="1174" name="lijx73" initials="l" lastIdx="0" clrIdx="1173"/>
  <p:cmAuthor id="1175" name="未知用户471" initials="未" lastIdx="0" clrIdx="1174"/>
  <p:cmAuthor id="1176" name="未知用户480" initials="未" lastIdx="0" clrIdx="1175"/>
  <p:cmAuthor id="1177" name="丫头" initials="丫" lastIdx="0" clrIdx="1176"/>
  <p:cmAuthor id="1178" name="95407" initials="9" lastIdx="0" clrIdx="1177"/>
  <p:cmAuthor id="1179" name="10208146" initials="1" lastIdx="0" clrIdx="1178"/>
  <p:cmAuthor id="1180" name="10309979" initials="1" lastIdx="0" clrIdx="1179"/>
  <p:cmAuthor id="1181" name="chenh" initials="" lastIdx="0" clrIdx="1180"/>
  <p:cmAuthor id="1182" name="未知用户148" initials="" lastIdx="0" clrIdx="1181"/>
  <p:cmAuthor id="1183" name="未知用户233" initials="未" lastIdx="0" clrIdx="1182"/>
  <p:cmAuthor id="1184" name="Unknown User11" initials="U" lastIdx="0" clrIdx="1183"/>
  <p:cmAuthor id="1185" name="邢绍文" initials="邢" lastIdx="0" clrIdx="1184"/>
  <p:cmAuthor id="1186" name="Niucas" initials="N" lastIdx="0" clrIdx="1185"/>
  <p:cmAuthor id="1187" name="系统管理" initials="系" lastIdx="0" clrIdx="1186"/>
  <p:cmAuthor id="1188" name="红旗的理想" initials="红" lastIdx="0" clrIdx="1187"/>
  <p:cmAuthor id="1189" name="shq316" initials="s" lastIdx="0" clrIdx="1188"/>
  <p:cmAuthor id="1190" name="shq316@vod365.com" initials="s" lastIdx="0" clrIdx="1189"/>
  <p:cmAuthor id="1191" name="yang fengyu" initials="yf" lastIdx="0" clrIdx="1190"/>
  <p:cmAuthor id="1192" name="李 鑫" initials="李" lastIdx="0" clrIdx="1191"/>
  <p:cmAuthor id="1193" name="杨 贺春" initials="杨" lastIdx="0" clrIdx="1192"/>
  <p:cmAuthor id="1194" name="伟哥" initials="伟哥" lastIdx="0" clrIdx="1193"/>
  <p:cmAuthor id="1195" name="朗 月" initials="朗" lastIdx="0" clrIdx="1194"/>
  <p:cmAuthor id="1196" name="Liu" initials="L" lastIdx="0" clrIdx="1195"/>
  <p:cmAuthor id="1197" name="嘉琦" initials="嘉" lastIdx="0" clrIdx="1196"/>
  <p:cmAuthor id="1198" name="万琦 郭" initials="万" lastIdx="0" clrIdx="1197"/>
  <p:cmAuthor id="1199" name="小马哥" initials="小" lastIdx="0" clrIdx="1198"/>
  <p:cmAuthor id="1200" name="胡雅静" initials="胡" lastIdx="0" clrIdx="1199"/>
  <p:cmAuthor id="1201" name="淡烟画屏幽" initials="淡" lastIdx="0" clrIdx="1200"/>
  <p:cmAuthor id="1202" name="张妍" initials="张" lastIdx="0" clrIdx="1201"/>
  <p:cmAuthor id="1203" name="    skyblue°    " initials=" " lastIdx="0" clrIdx="1202"/>
  <p:cmAuthor id="1204" name="L" initials="L" lastIdx="0" clrIdx="1203"/>
  <p:cmAuthor id="1205" name="钟鸣远" initials="l" lastIdx="0" clrIdx="1204"/>
  <p:cmAuthor id="1206" name="冯剑" initials="冯" lastIdx="0" clrIdx="1205"/>
  <p:cmAuthor id="1207" name="王海军" initials="王" lastIdx="0" clrIdx="1206"/>
  <p:cmAuthor id="1208" name="孙艺" initials="孙" lastIdx="0" clrIdx="1207"/>
  <p:cmAuthor id="1209" name="BAIXX11" initials="W用" lastIdx="0" clrIdx="1208"/>
  <p:cmAuthor id="1210" name="A4512" initials="A" lastIdx="0" clrIdx="1209"/>
  <p:cmAuthor id="1211" name="郭俊明" initials="WU" lastIdx="0" clrIdx="1210"/>
  <p:cmAuthor id="1212" name="chen trista" initials="ct" lastIdx="0" clrIdx="1211"/>
  <p:cmAuthor id="1213" name="邓奕昕" initials="邓" lastIdx="0" clrIdx="1212"/>
  <p:cmAuthor id="1214" name="蒋善武" initials="u" lastIdx="0" clrIdx="1213"/>
  <p:cmAuthor id="1215" name="张琳" initials="张" lastIdx="0" clrIdx="1214"/>
  <p:cmAuthor id="1216" name="王鸿璋" initials="w" lastIdx="0" clrIdx="1215"/>
  <p:cmAuthor id="1217" name="c" initials="c" lastIdx="0" clrIdx="1216"/>
  <p:cmAuthor id="1218" name="dengyx12" initials="d" lastIdx="0" clrIdx="1217"/>
  <p:cmAuthor id="1219" name="李 力里" initials="李" lastIdx="0" clrIdx="1218"/>
  <p:cmAuthor id="1220" name="zhaolt" initials="z" lastIdx="0" clrIdx="1219"/>
  <p:cmAuthor id="1221" name="於宝泉" initials="於" lastIdx="0" clrIdx="1220"/>
  <p:cmAuthor id="1222" name="许嘉珍" initials="u" lastIdx="0" clrIdx="1221"/>
  <p:cmAuthor id="1223" name="gaozq35" initials="9" lastIdx="0" clrIdx="1222"/>
  <p:cmAuthor id="1224" name="张强" initials="张" lastIdx="0" clrIdx="1223"/>
  <p:cmAuthor id="1225" name="Charley" initials="C" lastIdx="0" clrIdx="1224"/>
  <p:cmAuthor id="1226" name="Cindy-NB" initials="C" lastIdx="0" clrIdx="1225"/>
  <p:cmAuthor id="1227" name="未知的使用者4" initials="未" lastIdx="0" clrIdx="1226"/>
  <p:cmAuthor id="1228" name="yuanjy" initials="y" lastIdx="0" clrIdx="1227"/>
  <p:cmAuthor id="1229" name="刘凯铃" initials="刘" lastIdx="0" clrIdx="1228"/>
  <p:cmAuthor id="1230" name="guocc" initials="g" lastIdx="0" clrIdx="1229"/>
  <p:cmAuthor id="1231" name="未知的使用者2" initials="未" lastIdx="0" clrIdx="1230"/>
  <p:cmAuthor id="1232" name="zhangxc210" initials="z" lastIdx="0" clrIdx="1231"/>
  <p:cmAuthor id="1233" name="天山老幺" initials="天" lastIdx="0" clrIdx="1232"/>
  <p:cmAuthor id="1234" name="Ww" initials="W" lastIdx="0" clrIdx="1233"/>
  <p:cmAuthor id="1235" name="Go To" initials="G" lastIdx="0" clrIdx="1234"/>
  <p:cmAuthor id="1236" name="楠已置信✔️" initials="楠" lastIdx="0" clrIdx="1235"/>
  <p:cmAuthor id="1237" name="康世伟" initials="康" lastIdx="0" clrIdx="1236"/>
  <p:cmAuthor id="1238" name="Lin阿福" initials="L" lastIdx="0" clrIdx="1237"/>
  <p:cmAuthor id="1239" name="WPS_1740031296" initials="W" lastIdx="0" clrIdx="1238"/>
  <p:cmAuthor id="1240" name="WPS_1655687181" initials="W" lastIdx="0" clrIdx="1239"/>
  <p:cmAuthor id="1241" name="林桦桦" initials="林" lastIdx="0" clrIdx="1240"/>
  <p:cmAuthor id="1242" name="8237476979" initials="8" lastIdx="0" clrIdx="1241"/>
  <p:cmAuthor id="1243" name="方超" initials="方" lastIdx="0" clrIdx="1242"/>
  <p:cmAuthor id="1244" name="fish" initials="f" lastIdx="0" clrIdx="1243"/>
  <p:cmAuthor id="1245" name="轩" initials="轩" lastIdx="0" clrIdx="1244"/>
  <p:cmAuthor id="1246" name="xy" initials="x" lastIdx="0" clrIdx="1245"/>
  <p:cmAuthor id="1247" name="%E5%9B%9B%E8%AF%9D%E6%9D%9C%E5%B9%BF%E5%" initials="%" lastIdx="0" clrIdx="1246"/>
  <p:cmAuthor id="1248" name="刘莎_Rnie2Mv6" initials="authorId_1390812686" lastIdx="0" clrIdx="1247"/>
  <p:cmAuthor id="1249" name="董耘_um22zMFb" initials="authorId_1461203234" lastIdx="0" clrIdx="1248"/>
  <p:cmAuthor id="1250" name="廖一明" initials="廖一明" lastIdx="0" clrIdx="1249"/>
  <p:cmAuthor id="1251" name="凯旋" initials="凯" lastIdx="0" clrIdx="1250"/>
  <p:cmAuthor id="1252" name="范晓波" initials="范" lastIdx="0" clrIdx="1251"/>
  <p:cmAuthor id="1253" name="雷迎颖" initials="雷" lastIdx="0" clrIdx="1252"/>
  <p:cmAuthor id="1254" name="通" initials="通" lastIdx="0" clrIdx="1253"/>
  <p:cmAuthor id="1255" name="西安集优尤栋伟18631220618" initials="西" lastIdx="0" clrIdx="1254"/>
  <p:cmAuthor id="1256" name="琦莹 吴" initials="琦莹" lastIdx="0" clrIdx="1255"/>
  <p:cmAuthor id="1257" name="WPS_1644930035" initials="W" lastIdx="0" clrIdx="1256"/>
  <p:cmAuthor id="1258" name="戴涵斐" initials="戴" lastIdx="0" clrIdx="1257"/>
  <p:cmAuthor id="1259" name="liuyali" initials="l" lastIdx="0" clrIdx="1258"/>
  <p:cmAuthor id="1260" name="nb_yufeng" initials="n" lastIdx="0" clrIdx="1259"/>
  <p:cmAuthor id="1261" name="大白 " initials="大" lastIdx="0" clrIdx="1260"/>
  <p:cmAuthor id="1262" name="haixin" initials="h" lastIdx="0" clrIdx="1261"/>
  <p:cmAuthor id="1263" name="HJ_李伟真" initials="H" lastIdx="0" clrIdx="1262"/>
  <p:cmAuthor id="1264" name="可婷儿" initials="可" lastIdx="0" clrIdx="1263"/>
  <p:cmAuthor id="1265" name="汪勇" initials="汪" lastIdx="0" clrIdx="1264"/>
  <p:cmAuthor id="1266" name="李林林" initials="李" lastIdx="0" clrIdx="1265"/>
  <p:cmAuthor id="1267" name="lin li" initials="ll" lastIdx="0" clrIdx="1266"/>
  <p:cmAuthor id="1268" name="任 杨志" initials="任" lastIdx="0" clrIdx="1267"/>
  <p:cmAuthor id="1269" name="zhaokai10" initials="z" lastIdx="0" clrIdx="1268"/>
  <p:cmAuthor id="1270" name="刘付平" initials="刘" lastIdx="0" clrIdx="1269"/>
  <p:cmAuthor id="1271" name="刘艾旸" initials="刘" lastIdx="0" clrIdx="1270"/>
  <p:cmAuthor id="1272" name="夏小芸°Bella" initials="夏" lastIdx="0" clrIdx="1271"/>
  <p:cmAuthor id="1273" name="夏源" initials="夏" lastIdx="0" clrIdx="1272"/>
  <p:cmAuthor id="1274" name="小帅" initials="小" lastIdx="0" clrIdx="1273"/>
  <p:cmAuthor id="1275" name="郑骏" initials="郑骏" lastIdx="0" clrIdx="1274"/>
  <p:cmAuthor id="1276" name="佳" initials="佳" lastIdx="0" clrIdx="1275"/>
  <p:cmAuthor id="1277" name="孙 鹏" initials="孙" lastIdx="0" clrIdx="1276"/>
  <p:cmAuthor id="1278" name="肖琼" initials="肖琼" lastIdx="0" clrIdx="1277"/>
  <p:cmAuthor id="1279" name="烬飞默途" initials="烬" lastIdx="0" clrIdx="1278"/>
  <p:cmAuthor id="1280" name="如斯" initials="如" lastIdx="0" clrIdx="1279"/>
  <p:cmAuthor id="1281" name="部室管理员/软件开发中心/总行机关/ABC" initials="部" lastIdx="0" clrIdx="1280"/>
  <p:cmAuthor id="1282" name="阿勇" initials="阿" lastIdx="0" clrIdx="1281"/>
  <p:cmAuthor id="1283" name="zhouzaihuan" initials="z" lastIdx="0" clrIdx="1282"/>
  <p:cmAuthor id="1284" name="3930" initials="3" lastIdx="0" clrIdx="1283"/>
  <p:cmAuthor id="1285" name="M7100z-win7" initials="M" lastIdx="0" clrIdx="1284"/>
  <p:cmAuthor id="1286" name="fxy" initials="f" lastIdx="0" clrIdx="1285"/>
  <p:cmAuthor id="1287" name="zhaoyue46" initials="z" lastIdx="0" clrIdx="1286"/>
  <p:cmAuthor id="1288" name="xq" initials="x" lastIdx="0" clrIdx="1287"/>
  <p:cmAuthor id="1289" name="hasee" initials="h" lastIdx="0" clrIdx="1288"/>
  <p:cmAuthor id="1290" name="zdl" initials="z" lastIdx="0" clrIdx="1289"/>
  <p:cmAuthor id="1291" name="Xin Wang" initials="X" lastIdx="0" clrIdx="1290"/>
  <p:cmAuthor id="1292" name="王凯" initials="王" lastIdx="0" clrIdx="1291"/>
  <p:cmAuthor id="1293" name="沈琪-pbj" initials="沈" lastIdx="0" clrIdx="1292"/>
  <p:cmAuthor id="1294" name="李楠10204198" initials="李" lastIdx="0" clrIdx="1293"/>
  <p:cmAuthor id="1295" name="董艺萱00344473" initials="董" lastIdx="0" clrIdx="1294"/>
  <p:cmAuthor id="1296" name="scx" initials="s" lastIdx="0" clrIdx="1295"/>
  <p:cmAuthor id="1297" name="10158184" initials="1" lastIdx="0" clrIdx="1296"/>
  <p:cmAuthor id="1298" name="Simon Camp" initials="S" lastIdx="0" clrIdx="1297"/>
  <p:cmAuthor id="1299" name="00159163" initials="0" lastIdx="0" clrIdx="1298"/>
  <p:cmAuthor id="1300" name="hh" initials="h" lastIdx="0" clrIdx="1299"/>
  <p:cmAuthor id="1301" name="273839920@qq.com" initials="2" lastIdx="0" clrIdx="1300"/>
  <p:cmAuthor id="1302" name="赵静" initials="赵" lastIdx="0" clrIdx="1301"/>
  <p:cmAuthor id="1303" name="10187976@zte.intra" initials="1" lastIdx="0" clrIdx="1302"/>
  <p:cmAuthor id="1304" name="舒迪" initials="舒" lastIdx="0" clrIdx="1303"/>
  <p:cmAuthor id="1305" name="qianyang03" initials="1" lastIdx="0" clrIdx="1304"/>
  <p:cmAuthor id="1306" name="10078316" initials="1" lastIdx="0" clrIdx="1305"/>
  <p:cmAuthor id="1307" name="hanwen luo" initials="h" lastIdx="0" clrIdx="1306"/>
  <p:cmAuthor id="1308" name="Cpic" initials="C" lastIdx="0" clrIdx="1307"/>
  <p:cmAuthor id="1309" name="小田" initials="小" lastIdx="0" clrIdx="1308"/>
  <p:cmAuthor id="1310" name="刘 念" initials="刘" lastIdx="0" clrIdx="1309"/>
  <p:cmAuthor id="1311" name="Wangzhi gang" initials="W" lastIdx="0" clrIdx="1310"/>
  <p:cmAuthor id="1312" name="庄伟铭zwm136200" initials="庄" lastIdx="0" clrIdx="1311"/>
  <p:cmAuthor id="1313" name="张 凯" initials="张" lastIdx="0" clrIdx="1312"/>
  <p:cmAuthor id="1314" name="喰?" initials="喰" lastIdx="0" clrIdx="1313"/>
  <p:cmAuthor id="1315" name="CNTP" initials="C" lastIdx="0" clrIdx="1314"/>
  <p:cmAuthor id="1316" name="李柯然" initials="李" lastIdx="0" clrIdx="1315"/>
  <p:cmAuthor id="1317" name="li hw" initials="l" lastIdx="0" clrIdx="1316"/>
  <p:cmAuthor id="1318" name="陈莹" initials="陈" lastIdx="0" clrIdx="1317"/>
  <p:cmAuthor id="1319" name="Ming Zuo" initials="M" lastIdx="0" clrIdx="1318"/>
  <p:cmAuthor id="1320" name="聂群" initials="聂" lastIdx="0" clrIdx="1319"/>
  <p:cmAuthor id="1321" name="Office User" initials="O" lastIdx="0" clrIdx="1320"/>
  <p:cmAuthor id="1322" name="张星-lgd" initials="张" lastIdx="0" clrIdx="1321"/>
  <p:cmAuthor id="1323" name="张 博" initials="张" lastIdx="0" clrIdx="1322"/>
  <p:cmAuthor id="1324" name="LS" initials="L" lastIdx="0" clrIdx="1323"/>
  <p:cmAuthor id="1325" name="2819264246@qq.com" initials="2" lastIdx="0" clrIdx="1324"/>
  <p:cmAuthor id="1326" name="Morgan, Aaron" initials="M" lastIdx="0" clrIdx="1325"/>
  <p:cmAuthor id="1327" name="weige" initials="w" lastIdx="0" clrIdx="1326"/>
  <p:cmAuthor id="1328" name="李 俊琦" initials="李" lastIdx="0" clrIdx="1327"/>
  <p:cmAuthor id="1329" name="邓桦" initials="邓" lastIdx="0" clrIdx="1328"/>
  <p:cmAuthor id="1330" name="jilin" initials="j" lastIdx="0" clrIdx="1329"/>
  <p:cmAuthor id="1331" name="王保青-pah" initials="王" lastIdx="0" clrIdx="1330"/>
  <p:cmAuthor id="1332" name="Luo Mingjie" initials="L" lastIdx="0" clrIdx="1331"/>
  <p:cmAuthor id="1333" name="Jason Li" initials="J" lastIdx="0" clrIdx="1332"/>
  <p:cmAuthor id="1334" name="duxingge" initials="d" lastIdx="0" clrIdx="1333"/>
  <p:cmAuthor id="1335" name="yingchao xi" initials="y" lastIdx="0" clrIdx="1334"/>
  <p:cmAuthor id="1336" name="depeng diao" initials="d" lastIdx="0" clrIdx="1335"/>
  <p:cmAuthor id="1337" name="amyzhang" initials="a" lastIdx="0" clrIdx="1336"/>
  <p:cmAuthor id="1338" name="JerryW" initials="J" lastIdx="0" clrIdx="1337"/>
  <p:cmAuthor id="1339" name="shenyy" initials="s" lastIdx="0" clrIdx="1338"/>
  <p:cmAuthor id="1340" name="Jason Cheung" initials="J" lastIdx="0" clrIdx="1339"/>
  <p:cmAuthor id="1341" name="刘笑" initials="刘" lastIdx="0" clrIdx="1340"/>
  <p:cmAuthor id="1342" name="admini" initials="a" lastIdx="0" clrIdx="1341"/>
  <p:cmAuthor id="1343" name="Maggie" initials="M" lastIdx="0" clrIdx="1342"/>
  <p:cmAuthor id="1344" name="刘辉" initials="刘" lastIdx="0" clrIdx="1343"/>
  <p:cmAuthor id="1345" name="ZCB" initials="Z" lastIdx="0" clrIdx="1344"/>
  <p:cmAuthor id="1346" name="ning" initials="n" lastIdx="0" clrIdx="1345"/>
  <p:cmAuthor id="1347" name="Iris 西瓜" initials="I西" lastIdx="0" clrIdx="1346"/>
  <p:cmAuthor id="1348" name="瑾瑜v" initials="瑾" lastIdx="0" clrIdx="1347"/>
  <p:cmAuthor id="1349" name="WPS_1678268919" initials="W" lastIdx="0" clrIdx="1348"/>
  <p:cmAuthor id="1350" name="WPS_1715507865" initials="W" lastIdx="0" clrIdx="1349"/>
  <p:cmAuthor id="1351" name="cV Vc" initials="cV" lastIdx="0" clrIdx="1350"/>
  <p:cmAuthor id="1352" name="李冕婷" initials="李" lastIdx="0" clrIdx="1351"/>
  <p:cmAuthor id="1353" name="carrie魏" initials="c" lastIdx="0" clrIdx="1352"/>
  <p:cmAuthor id="1354" name="arrogant" initials="a" lastIdx="0" clrIdx="1353"/>
  <p:cmAuthor id="1355" name="黄定江" initials="黄" lastIdx="0" clrIdx="1354"/>
  <p:cmAuthor id="1356" name="qzuser" initials="q" lastIdx="0" clrIdx="1355"/>
  <p:cmAuthor id="1357" name="李 奕霖" initials="李" lastIdx="0" clrIdx="1356"/>
  <p:cmAuthor id="1358" name="敬泉 李" initials="敬泉" lastIdx="0" clrIdx="1357"/>
  <p:cmAuthor id="1359" name="WPS_123584044" initials="W" lastIdx="0" clrIdx="1358"/>
  <p:cmAuthor id="1360" name="Scoote" initials="S" lastIdx="0" clrIdx="1359"/>
  <p:cmAuthor id="1361" name="Rotar Valky" initials="RV" lastIdx="0" clrIdx="1360"/>
  <p:cmAuthor id="1362" name="提笔忘字" initials="提" lastIdx="0" clrIdx="1361"/>
  <p:cmAuthor id="1363" name="LENOVO" initials="L" lastIdx="0" clrIdx="1362"/>
  <p:cmAuthor id="1364" name="Miranda Bi" initials="M" lastIdx="0" clrIdx="1363"/>
  <p:cmAuthor id="1365" name="Sylan♈️、" initials="S" lastIdx="0" clrIdx="1364"/>
  <p:cmAuthor id="1366" name="张道伟" initials="张" lastIdx="0" clrIdx="1365"/>
  <p:cmAuthor id="1367" name="王灏" initials="王灏" lastIdx="0" clrIdx="1366"/>
  <p:cmAuthor id="1368" name="cony" initials="c" lastIdx="0" clrIdx="1367"/>
  <p:cmAuthor id="1369" name="小立" initials="小" lastIdx="0" clrIdx="1368"/>
  <p:cmAuthor id="1370" name="溪渔" initials="溪" lastIdx="0" clrIdx="1369"/>
  <p:cmAuthor id="1371" name="Wang" initials="W" lastIdx="0" clrIdx="1370"/>
  <p:cmAuthor id="1372" name="阳朔" initials="阳" lastIdx="0" clrIdx="1371"/>
  <p:cmAuthor id="1373" name="Stay" initials="S" lastIdx="0" clrIdx="1372"/>
  <p:cmAuthor id="1374" name="阿修罗" initials="阿" lastIdx="0" clrIdx="1373"/>
  <p:cmAuthor id="1375" name="B" initials="B" lastIdx="0" clrIdx="1374"/>
  <p:cmAuthor id="1376" name="乐一李" initials="乐" lastIdx="0" clrIdx="1375"/>
  <p:cmAuthor id="1377" name="lin" initials="l" lastIdx="0" clrIdx="1376"/>
  <p:cmAuthor id="1378" name="乐燕" initials="乐" lastIdx="0" clrIdx="1377"/>
  <p:cmAuthor id="1379" name="妍" initials="妍" lastIdx="0" clrIdx="1378"/>
  <p:cmAuthor id="1380" name="李进进" initials="李" lastIdx="0" clrIdx="1379"/>
  <p:cmAuthor id="1381" name="永月墨夜" initials="永" lastIdx="0" clrIdx="1380"/>
  <p:cmAuthor id="1382" name="PENG" initials="P" lastIdx="0" clrIdx="1381"/>
  <p:cmAuthor id="1383" name="吴体华" initials="吴" lastIdx="0" clrIdx="1382"/>
  <p:cmAuthor id="1384" name="Daigy" initials="D" lastIdx="0" clrIdx="1383"/>
  <p:cmAuthor id="1385" name="SFY" initials="S" lastIdx="0" clrIdx="1384"/>
  <p:cmAuthor id="1386" name="张鑫" initials="张" lastIdx="0" clrIdx="1385"/>
  <p:cmAuthor id="1387" name="Fanny" initials="F" lastIdx="0" clrIdx="1386"/>
  <p:cmAuthor id="1388" name="无所谓" initials="无" lastIdx="0" clrIdx="1387"/>
  <p:cmAuthor id="1389" name="明伶" initials="明" lastIdx="0" clrIdx="1388"/>
  <p:cmAuthor id="1390" name="李源" initials="李" lastIdx="0" clrIdx="1389"/>
  <p:cmAuthor id="1391" name="Steven" initials="S" lastIdx="0" clrIdx="1390"/>
  <p:cmAuthor id="1392" name="星 牟" initials="星" lastIdx="0" clrIdx="1391"/>
  <p:cmAuthor id="1393" name="梳子" initials="梳" lastIdx="0" clrIdx="1392"/>
  <p:cmAuthor id="1394" name="郑州果妈" initials="郑" lastIdx="0" clrIdx="1393"/>
  <p:cmAuthor id="1395" name="巴尔" initials="巴" lastIdx="0" clrIdx="1394"/>
  <p:cmAuthor id="1396" name="张金颖&amp;Yilia" initials="MSOffice" lastIdx="0" clrIdx="1395"/>
  <p:cmAuthor id="1397" name="郭诗雅" initials="郭诗雅" lastIdx="0" clrIdx="1396"/>
  <p:cmAuthor id="1398" name="gongjt" initials="g" lastIdx="0" clrIdx="1397"/>
  <p:cmAuthor id="1399" name="cool-谈" initials="c" lastIdx="0" clrIdx="1398"/>
  <p:cmAuthor id="1400" name="jjshen" initials="j" lastIdx="0" clrIdx="1399"/>
  <p:cmAuthor id="1401" name="ming qiu" initials="m" lastIdx="0" clrIdx="1400"/>
  <p:cmAuthor id="1402" name="张辉" initials="a" lastIdx="0" clrIdx="1401"/>
  <p:cmAuthor id="1403" name="高长伟" initials="高" lastIdx="0" clrIdx="1402"/>
  <p:cmAuthor id="1404" name="李 里" initials="李" lastIdx="0" clrIdx="1403"/>
  <p:cmAuthor id="1405" name="li kai" initials="lk" lastIdx="0" clrIdx="1404"/>
  <p:cmAuthor id="1406" name="hewen" initials="h" lastIdx="0" clrIdx="1405"/>
  <p:cmAuthor id="1407" name="郏鹏" initials="M" lastIdx="0" clrIdx="1406"/>
  <p:cmAuthor id="1408" name="未知用户243" initials="未" lastIdx="0" clrIdx="1407"/>
  <p:cmAuthor id="1409" name="Ying Lou" initials="Y" lastIdx="0" clrIdx="1408"/>
  <p:cmAuthor id="1410" name="未知用户235" initials="未" lastIdx="0" clrIdx="1409"/>
  <p:cmAuthor id="1411" name="未知用户236" initials="未" lastIdx="0" clrIdx="1410"/>
  <p:cmAuthor id="1412" name="未知用户240" initials="未" lastIdx="0" clrIdx="1411"/>
  <p:cmAuthor id="1413" name="王 辰斌" initials="王" lastIdx="0" clrIdx="1412"/>
  <p:cmAuthor id="1414" name="未知的使用者205" initials="未" lastIdx="0" clrIdx="1413"/>
  <p:cmAuthor id="1415" name="未知用户228" initials="未" lastIdx="0" clrIdx="1414"/>
  <p:cmAuthor id="1416" name="不明使用者3" initials="不" lastIdx="0" clrIdx="1415"/>
  <p:cmAuthor id="1417" name="win7" initials="w" lastIdx="0" clrIdx="1416"/>
  <p:cmAuthor id="1418" name="Sharon" initials="S" lastIdx="0" clrIdx="1417"/>
  <p:cmAuthor id="1419" name="ding ruiwen" initials="dr" lastIdx="0" clrIdx="1418"/>
  <p:cmAuthor id="1420" name="lingqy9" initials="l" lastIdx="0" clrIdx="1419"/>
  <p:cmAuthor id="1421" name="admin" initials="a" lastIdx="0" clrIdx="1420"/>
  <p:cmAuthor id="1422" name="刘佳佳" initials="刘" lastIdx="0" clrIdx="1421"/>
  <p:cmAuthor id="1423" name="全" initials="全" lastIdx="0" clrIdx="1422"/>
  <p:cmAuthor id="1424" name="Lenovo2024" initials="L" lastIdx="0" clrIdx="1423"/>
  <p:cmAuthor id="1425" name="张 冰" initials="张" lastIdx="0" clrIdx="1424"/>
  <p:cmAuthor id="1426" name="Rainbow" initials="R" lastIdx="0" clrIdx="1425"/>
  <p:cmAuthor id="1427" name="fafa" initials="f" lastIdx="0" clrIdx="1426"/>
  <p:cmAuthor id="1428" name="王习习" initials="王" lastIdx="0" clrIdx="1427"/>
  <p:cmAuthor id="1429" name="胡云龙" initials="u" lastIdx="0" clrIdx="1428"/>
  <p:cmAuthor id="1430" name="张闻强" initials="张" lastIdx="0" clrIdx="1429"/>
  <p:cmAuthor id="1431" name="姜伟光" initials="姜" lastIdx="0" clrIdx="1430"/>
  <p:cmAuthor id="1432" name="sosoo" initials="s" lastIdx="0" clrIdx="1431"/>
  <p:cmAuthor id="1433" name="xuehong8" initials="xh" lastIdx="0" clrIdx="1432"/>
  <p:cmAuthor id="1434" name="马宝中" initials="mbz" lastIdx="0" clrIdx="1433"/>
  <p:cmAuthor id="1435" name="lenov" initials="l" lastIdx="0" clrIdx="1434"/>
  <p:cmAuthor id="1436" name="赵永杰" initials="赵" lastIdx="0" clrIdx="1435"/>
  <p:cmAuthor id="1437" name="李际磊" initials="LJL" lastIdx="0" clrIdx="1436"/>
  <p:cmAuthor id="1438" name="bcx1" initials="bcx" lastIdx="0" clrIdx="1437"/>
  <p:cmAuthor id="1439" name="未知用户112" initials="未知用户112" lastIdx="0" clrIdx="1438"/>
  <p:cmAuthor id="1440" name="hmwang" initials="dsc" lastIdx="0" clrIdx="1439"/>
  <p:cmAuthor id="1441" name="未知用户200" initials="未知用户200" lastIdx="0" clrIdx="1440"/>
  <p:cmAuthor id="1442" name="catherine" initials="c" lastIdx="0" clrIdx="1441"/>
  <p:cmAuthor id="1443" name="武晓红" initials="武" lastIdx="0" clrIdx="1442"/>
  <p:cmAuthor id="1444" name="潘尚" initials="潘" lastIdx="0" clrIdx="1443"/>
  <p:cmAuthor id="1445" name="25720" initials="2" lastIdx="0" clrIdx="1444"/>
  <p:cmAuthor id="1446" name="MI" initials="M" lastIdx="0" clrIdx="1445"/>
  <p:cmAuthor id="1447" name="anima" initials="a" lastIdx="0" clrIdx="1446"/>
  <p:cmAuthor id="1448" name="沈阳" initials="沈" lastIdx="0" clrIdx="1447"/>
  <p:cmAuthor id="1449" name="彭仁锋" initials="彭" lastIdx="0" clrIdx="1448"/>
  <p:cmAuthor id="1450" name="刘 学君" initials="刘" lastIdx="0" clrIdx="1449"/>
  <p:cmAuthor id="1451" name="陈文华" initials="u" lastIdx="0" clrIdx="1450"/>
  <p:cmAuthor id="1452" name="李山" initials="李" lastIdx="0" clrIdx="1451"/>
  <p:cmAuthor id="1453" name="李" initials="李" lastIdx="0" clrIdx="1452"/>
  <p:cmAuthor id="1454" name="未知用户208" initials="未" lastIdx="0" clrIdx="1453"/>
  <p:cmAuthor id="1455" name="未知用户209" initials="未" lastIdx="0" clrIdx="1454"/>
  <p:cmAuthor id="1456" name="未知用户246" initials="未" lastIdx="0" clrIdx="1455"/>
  <p:cmAuthor id="1457" name="未知用户269" initials="未" lastIdx="0" clrIdx="1456"/>
  <p:cmAuthor id="1458" name="未知用户20" initials="未" lastIdx="0" clrIdx="1457"/>
  <p:cmAuthor id="1459" name="未知用户346" initials="未" lastIdx="0" clrIdx="1458"/>
  <p:cmAuthor id="1460" name="未知的使用者151" initials="未" lastIdx="0" clrIdx="1459"/>
  <p:cmAuthor id="1461" name="dell" initials="d" lastIdx="0" clrIdx="1460"/>
  <p:cmAuthor id="1462" name="super" initials="s" lastIdx="0" clrIdx="1461"/>
  <p:cmAuthor id="1463" name="未知用户179" initials="未" lastIdx="0" clrIdx="1462"/>
  <p:cmAuthor id="1464" name="未知用户185" initials="未" lastIdx="0" clrIdx="1463"/>
  <p:cmAuthor id="1465" name="未知用户36" initials="未知用户36" lastIdx="0" clrIdx="1464"/>
  <p:cmAuthor id="1466" name="針對所選的門市進行小範圍實驗，捕捉驅動績效的關鍵影響因子" initials="針" lastIdx="0" clrIdx="1465"/>
  <p:cmAuthor id="1467" name="未知用户113" initials="未知用户113" lastIdx="0" clrIdx="1466"/>
  <p:cmAuthor id="1468" name="单 善" initials="单" lastIdx="0" clrIdx="1467"/>
  <p:cmAuthor id="1469" name="frankyang" initials="f" lastIdx="0" clrIdx="1468"/>
  <p:cmAuthor id="1470" name="未知的使用者102" initials="未" lastIdx="0" clrIdx="1469"/>
  <p:cmAuthor id="1471" name="未知的使用者114" initials="未" lastIdx="0" clrIdx="1470"/>
  <p:cmAuthor id="1472" name="未知用户130" initials="未" lastIdx="0" clrIdx="1471"/>
  <p:cmAuthor id="1473" name="Unknown User25" initials="U" lastIdx="0" clrIdx="1472"/>
  <p:cmAuthor id="1474" name="未知的使用者206" initials="" lastIdx="0" clrIdx="1473"/>
  <p:cmAuthor id="1475" name="王 黎黎" initials="王" lastIdx="0" clrIdx="1474"/>
  <p:cmAuthor id="1476" name="未知的使用者163" initials="未" lastIdx="0" clrIdx="1475"/>
  <p:cmAuthor id="1477" name="未知的使用者165" initials="未" lastIdx="0" clrIdx="1476"/>
  <p:cmAuthor id="1478" name="未知用户139" initials="未" lastIdx="0" clrIdx="1477"/>
  <p:cmAuthor id="1479" name="未知用户146" initials="未" lastIdx="0" clrIdx="1478"/>
  <p:cmAuthor id="1480" name="未知用户147" initials="未" lastIdx="0" clrIdx="1479"/>
  <p:cmAuthor id="1481" name="未知用户198" initials="未" lastIdx="0" clrIdx="1480"/>
  <p:cmAuthor id="1482" name="未知的使用者157" initials="未" lastIdx="0" clrIdx="1481"/>
  <p:cmAuthor id="1483" name="未知用户250" initials="未" lastIdx="0" clrIdx="1482"/>
  <p:cmAuthor id="1484" name="未知的使用者137" initials="未" lastIdx="0" clrIdx="1483"/>
  <p:cmAuthor id="1485" name="未知的使用者97" initials="未" lastIdx="0" clrIdx="1484"/>
  <p:cmAuthor id="1486" name="刘晖" initials="刘" lastIdx="0" clrIdx="1485"/>
  <p:cmAuthor id="1487" name="未知用户190" initials="未" lastIdx="0" clrIdx="1486"/>
  <p:cmAuthor id="1488" name="未知用户320" initials="未" lastIdx="0" clrIdx="1487"/>
  <p:cmAuthor id="1489" name="ll z" initials="l" lastIdx="0" clrIdx="1488"/>
  <p:cmAuthor id="1490" name="guanhh" initials="g" lastIdx="0" clrIdx="1489"/>
  <p:cmAuthor id="1491" name="未知的使用者89" initials="未" lastIdx="0" clrIdx="1490"/>
  <p:cmAuthor id="1492" name="马媛" initials="马" lastIdx="0" clrIdx="1491"/>
  <p:cmAuthor id="1493" name="徐芳" initials="徐" lastIdx="0" clrIdx="1492"/>
  <p:cmAuthor id="1494" name="panyl25" initials="p" lastIdx="0" clrIdx="1493"/>
  <p:cmAuthor id="1495" name="wyao8" initials="w" lastIdx="0" clrIdx="1494"/>
  <p:cmAuthor id="1496" name="吴斌" initials="吴" lastIdx="0" clrIdx="1495"/>
  <p:cmAuthor id="1497" name="Yang" initials="Y" lastIdx="0" clrIdx="1496"/>
  <p:cmAuthor id="1498" name="yuan'wen'guo" initials="y" lastIdx="0" clrIdx="1497"/>
  <p:cmAuthor id="1499" name="葛然" initials="葛" lastIdx="0" clrIdx="1498"/>
  <p:cmAuthor id="1500" name="未知用户1" initials="未知用户1" lastIdx="0" clrIdx="1499"/>
  <p:cmAuthor id="1501" name="UNICOM" initials="U" lastIdx="0" clrIdx="1500"/>
  <p:cmAuthor id="1502" name="未知的使用者166" initials="未" lastIdx="0" clrIdx="1501"/>
  <p:cmAuthor id="1503" name="未知的使用者88" initials="未" lastIdx="0" clrIdx="1502"/>
  <p:cmAuthor id="1504" name="leibing@cmhi.cmcc" initials="l" lastIdx="0" clrIdx="1503"/>
  <p:cmAuthor id="1505" name="ivy" initials="i" lastIdx="0" clrIdx="1504"/>
  <p:cmAuthor id="1506" name="176528969@qq.com" initials="1" lastIdx="0" clrIdx="1505"/>
  <p:cmAuthor id="1507" name="杨丽" initials="LY" lastIdx="0" clrIdx="1506"/>
  <p:cmAuthor id="1508" name="郭中梅" initials="a" lastIdx="0" clrIdx="1507"/>
  <p:cmAuthor id="1509" name="Iris YuanGao" initials="irgao" lastIdx="0" clrIdx="1508"/>
  <p:cmAuthor id="1510" name="赵晨斌" initials="赵" lastIdx="0" clrIdx="1509"/>
  <p:cmAuthor id="1511" name="shi jinuyu" initials="sj" lastIdx="0" clrIdx="1510"/>
  <p:cmAuthor id="1512" name="unilabs" initials="u" lastIdx="0" clrIdx="1511"/>
  <p:cmAuthor id="1513" name="ccb" initials="c" lastIdx="0" clrIdx="1512"/>
  <p:cmAuthor id="1514" name="Roet-Reinking, Nathalie" initials="R" lastIdx="0" clrIdx="1513"/>
  <p:cmAuthor id="1515" name="Redeker, Yolanda" initials="R" lastIdx="0" clrIdx="1514"/>
  <p:cmAuthor id="1516" name="Tseng, Melanie" initials="T" lastIdx="0" clrIdx="1515"/>
  <p:cmAuthor id="1517" name="杨素雯" initials="杨" lastIdx="0" clrIdx="1516"/>
  <p:cmAuthor id="1518" name="Tao, Sherry Sitong" initials="T" lastIdx="0" clrIdx="1517"/>
  <p:cmAuthor id="1519" name="Xin Wang (IB)" initials="X" lastIdx="0" clrIdx="1518"/>
  <p:cmAuthor id="1520" name="hj" initials="h" lastIdx="0" clrIdx="1519"/>
  <p:cmAuthor id="1521" name="IKKI" initials="I" lastIdx="0" clrIdx="1520"/>
  <p:cmAuthor id="1522" name="weijj52" initials="w" lastIdx="0" clrIdx="1521"/>
  <p:cmAuthor id="1523" name="wangjiarui" initials="w" lastIdx="0" clrIdx="1522"/>
  <p:cmAuthor id="1524" name="未知的使用者21" initials="未" lastIdx="0" clrIdx="1523"/>
  <p:cmAuthor id="1525" name="ren zhongyuan" initials="rz" lastIdx="0" clrIdx="1524"/>
  <p:cmAuthor id="1526" name="lantj" initials="l" lastIdx="0" clrIdx="1525"/>
  <p:cmAuthor id="1527" name="zhangjj" initials="z" lastIdx="0" clrIdx="1526"/>
  <p:cmAuthor id="1528" name="Shirley" initials="S" lastIdx="0" clrIdx="1527"/>
  <p:cmAuthor id="1529" name="wumeng" initials="w" lastIdx="0" clrIdx="1528"/>
  <p:cmAuthor id="1530" name="Saku Uchikawa" initials="S" lastIdx="0" clrIdx="1529"/>
  <p:cmAuthor id="1531" name="饶树成" initials="饶" lastIdx="0" clrIdx="1530"/>
  <p:cmAuthor id="1532" name="康孟海" initials="康" lastIdx="0" clrIdx="1531"/>
  <p:cmAuthor id="1533" name="未知的使用者62" initials="未" lastIdx="0" clrIdx="1532"/>
  <p:cmAuthor id="1534" name="杜娇龙" initials="" lastIdx="0" clrIdx="1533"/>
  <p:cmAuthor id="1535" name="Agui" initials="A" lastIdx="0" clrIdx="1534"/>
  <p:cmAuthor id="1536" name="王栋浩" initials="王" lastIdx="0" clrIdx="1535"/>
  <p:cmAuthor id="1537" name="zhouxm73" initials="z" lastIdx="0" clrIdx="1536"/>
  <p:cmAuthor id="1538" name="kind" initials="k" lastIdx="0" clrIdx="1537"/>
  <p:cmAuthor id="1539" name="冯兰晓" initials="冯" lastIdx="0" clrIdx="1538"/>
  <p:cmAuthor id="1540" name="xul54" initials="x" lastIdx="0" clrIdx="1539"/>
  <p:cmAuthor id="1541" name="qianyp" initials="q" lastIdx="0" clrIdx="1540"/>
  <p:cmAuthor id="1542" name="汪亦超" initials="汪" lastIdx="0" clrIdx="1541"/>
  <p:cmAuthor id="1543" name="UnicomGD" initials="U" lastIdx="0" clrIdx="1542"/>
  <p:cmAuthor id="1544" name="wrx" initials="wrx" lastIdx="0" clrIdx="1543"/>
  <p:cmAuthor id="1545" name="马宇轩" initials="马" lastIdx="0" clrIdx="1544"/>
  <p:cmAuthor id="1546" name="zhaopj18" initials="z" lastIdx="0" clrIdx="1545"/>
  <p:cmAuthor id="1547" name="shijinjin" initials="s" lastIdx="0" clrIdx="1546"/>
  <p:cmAuthor id="1548" name="XYY" initials="X" lastIdx="0" clrIdx="1547"/>
  <p:cmAuthor id="1549" name="黄筱雅" initials="黄" lastIdx="0" clrIdx="1548"/>
  <p:cmAuthor id="1550" name="CWS" initials="C" lastIdx="0" clrIdx="1549"/>
  <p:cmAuthor id="1551" name="luhx26" initials="l" lastIdx="0" clrIdx="1550"/>
  <p:cmAuthor id="1552" name="张力方" initials="张" lastIdx="0" clrIdx="1551"/>
  <p:cmAuthor id="1553" name="yubing" initials="y" lastIdx="0" clrIdx="1552"/>
  <p:cmAuthor id="1554" name="王恒婧" initials="王" lastIdx="0" clrIdx="1553"/>
  <p:cmAuthor id="1555" name="woods" initials="w" lastIdx="0" clrIdx="1554"/>
  <p:cmAuthor id="1556" name="罗玉碧" initials="罗" lastIdx="0" clrIdx="1555"/>
  <p:cmAuthor id="1557" name="Evonlin" initials="E" lastIdx="0" clrIdx="1556"/>
  <p:cmAuthor id="1558" name="未知用户188" initials="未" lastIdx="0" clrIdx="1557"/>
  <p:cmAuthor id="1559" name="未知用户310" initials="未" lastIdx="0" clrIdx="1558"/>
  <p:cmAuthor id="1560" name="10090288" initials="1" lastIdx="0" clrIdx="1559"/>
  <p:cmAuthor id="1561" name="zhan" initials="z" lastIdx="0" clrIdx="1560"/>
  <p:cmAuthor id="1562" name="Wenjing zhou" initials="Wz" lastIdx="0" clrIdx="1561"/>
  <p:cmAuthor id="1563" name="梁倩业" initials="梁" lastIdx="0" clrIdx="1562"/>
  <p:cmAuthor id="1564" name="未知的使用者101" initials="未" lastIdx="0" clrIdx="1563"/>
  <p:cmAuthor id="1565" name="王鑫" initials="王" lastIdx="0" clrIdx="1564"/>
  <p:cmAuthor id="1566" name="cheng hj" initials="ch" lastIdx="0" clrIdx="1565"/>
  <p:cmAuthor id="1567" name="spring_ren" initials="s" lastIdx="0" clrIdx="1566"/>
  <p:cmAuthor id="1568" name="86182" initials="8" lastIdx="0" clrIdx="1567"/>
  <p:cmAuthor id="1569" name="36913" initials="3" lastIdx="0" clrIdx="1568"/>
  <p:cmAuthor id="1570" name="Duan" initials="D" lastIdx="0" clrIdx="1569"/>
  <p:cmAuthor id="1571" name="黄忠孝" initials="黄" lastIdx="0" clrIdx="1570"/>
  <p:cmAuthor id="1572" name="yangfh20" initials="y" lastIdx="0" clrIdx="1571"/>
  <p:cmAuthor id="1573" name="unicom370" initials="u" lastIdx="0" clrIdx="1572"/>
  <p:cmAuthor id="1574" name="包海伦" initials="包" lastIdx="0" clrIdx="1573"/>
  <p:cmAuthor id="1575" name="季辉" initials="季" lastIdx="0" clrIdx="1574"/>
  <p:cmAuthor id="1576" name="34306" initials="3" lastIdx="0" clrIdx="1575"/>
  <p:cmAuthor id="1577" name="郭玉华" initials="郭" lastIdx="0" clrIdx="1576"/>
  <p:cmAuthor id="1578" name="冯连森" initials="冯" lastIdx="0" clrIdx="1577"/>
  <p:cmAuthor id="1579" name="崔涛" initials="崔" lastIdx="0" clrIdx="1578"/>
  <p:cmAuthor id="1580" name="宁文文" initials="宁" lastIdx="0" clrIdx="1579"/>
  <p:cmAuthor id="1581" name="王蓉" initials="王" lastIdx="0" clrIdx="1580"/>
  <p:cmAuthor id="1582" name="巩金明" initials="巩" lastIdx="0" clrIdx="1581"/>
  <p:cmAuthor id="1583" name="合规审计" initials="合规" lastIdx="0" clrIdx="1582"/>
  <p:cmAuthor id="1584" name="alio 123" initials="a1" lastIdx="0" clrIdx="1583"/>
  <p:cmAuthor id="1585" name="wang liyuan" initials="wl" lastIdx="0" clrIdx="1584"/>
  <p:cmAuthor id="1586" name="Ren Li(联通集团联通系统集成有限公司)" initials="RL" lastIdx="0" clrIdx="1585"/>
  <p:cmAuthor id="1587" name="系统修改" initials="yuh111" lastIdx="0" clrIdx="1586"/>
  <p:cmAuthor id="1588" name="Smith" initials="S" lastIdx="0" clrIdx="1587"/>
  <p:cmAuthor id="1589" name="ChinaUnicomSoftWare" initials="C" lastIdx="0" clrIdx="1588"/>
  <p:cmAuthor id="1590" name="chinaunicom" initials="c" lastIdx="0" clrIdx="1589"/>
  <p:cmAuthor id="1591" name="owner" initials="o" lastIdx="0" clrIdx="1590"/>
  <p:cmAuthor id="1592" name="guo jingwen" initials="gj" lastIdx="0" clrIdx="1591"/>
  <p:cmAuthor id="1593" name="王得民" initials="王" lastIdx="0" clrIdx="1592"/>
  <p:cmAuthor id="1594" name="syc" initials="s" lastIdx="0" clrIdx="1593"/>
  <p:cmAuthor id="1595" name="李蕾00009994" initials="李" lastIdx="0" clrIdx="1594"/>
  <p:cmAuthor id="1596" name="CAOH16" initials="C" lastIdx="0" clrIdx="1595"/>
  <p:cmAuthor id="1597" name="limy709" initials="l" lastIdx="0" clrIdx="1596"/>
  <p:cmAuthor id="1598" name="10033224" initials="1" lastIdx="0" clrIdx="1597"/>
  <p:cmAuthor id="1599" name="李金夏" initials="李" lastIdx="0" clrIdx="1598"/>
  <p:cmAuthor id="1600" name="86186" initials="8" lastIdx="0" clrIdx="1599"/>
  <p:cmAuthor id="1601" name="wangshuai" initials="w" lastIdx="0" clrIdx="1600"/>
  <p:cmAuthor id="1602" name="moqio" initials="m" lastIdx="0" clrIdx="1601"/>
  <p:cmAuthor id="1603" name="LiHongYun" initials="L" lastIdx="0" clrIdx="1602"/>
  <p:cmAuthor id="1604" name="MLOONG" initials="M" lastIdx="0" clrIdx="1603"/>
  <p:cmAuthor id="1605" name="10292923" initials="1" lastIdx="0" clrIdx="1604"/>
  <p:cmAuthor id="1606" name="zh" initials="z" lastIdx="0" clrIdx="1605"/>
  <p:cmAuthor id="1607" name="张青山" initials="张青山" lastIdx="0" clrIdx="1606"/>
  <p:cmAuthor id="1608" name="zz" initials="z" lastIdx="0" clrIdx="1607"/>
  <p:cmAuthor id="1609" name="未知用户271" initials="未" lastIdx="0" clrIdx="1608"/>
  <p:cmAuthor id="1610" name="未知用户388" initials="未" lastIdx="0" clrIdx="1609"/>
  <p:cmAuthor id="1611" name="v15194" initials="v" lastIdx="0" clrIdx="1610"/>
  <p:cmAuthor id="1612" name="10191815" initials="1" lastIdx="0" clrIdx="1611"/>
  <p:cmAuthor id="1613" name="cmcc" initials="c" lastIdx="0" clrIdx="1612"/>
  <p:cmAuthor id="1614" name="程奥林" initials="程" lastIdx="0" clrIdx="1613"/>
  <p:cmAuthor id="1615" name="侯天宇" initials="侯" lastIdx="0" clrIdx="1614"/>
  <p:cmAuthor id="1616" name="Haojing (Sarah, GTS)" initials="HJ" lastIdx="0" clrIdx="1615"/>
  <p:cmAuthor id="1617" name="牛草源" initials="牛" lastIdx="0" clrIdx="1616"/>
  <p:cmAuthor id="1618" name="徐秀" initials="徐" lastIdx="0" clrIdx="1617"/>
  <p:cmAuthor id="1619" name="zhuhong" initials="z" lastIdx="0" clrIdx="1618"/>
  <p:cmAuthor id="1620" name="zqsgs" initials="z" lastIdx="0" clrIdx="1619"/>
  <p:cmAuthor id="1621" name="孔德旺" initials="孔" lastIdx="0" clrIdx="1620"/>
  <p:cmAuthor id="1622" name="WPS_1655667131" initials="W" lastIdx="0" clrIdx="1621"/>
  <p:cmAuthor id="1623" name="KwongChi" initials="K" lastIdx="0" clrIdx="1622"/>
  <p:cmAuthor id="1624" name="GBL" initials="G" lastIdx="0" clrIdx="1623"/>
  <p:cmAuthor id="1625" name="JIANG QUN" initials="J" lastIdx="0" clrIdx="1624"/>
  <p:cmAuthor id="1626" name="寒枫" initials="寒" lastIdx="0" clrIdx="1625"/>
  <p:cmAuthor id="1627" name="史良" initials="史" lastIdx="0" clrIdx="1626"/>
  <p:cmAuthor id="1628" name="wanghongmei" initials="w" lastIdx="0" clrIdx="1627"/>
  <p:cmAuthor id="1629" name="小川/ka" initials="小" lastIdx="0" clrIdx="1628"/>
  <p:cmAuthor id="1630" name="黄百成_m6Jjq6bQ" initials="authorId_901868002" lastIdx="0" clrIdx="1629"/>
  <p:cmAuthor id="1631" name="sk" initials="s" lastIdx="0" clrIdx="1630"/>
  <p:cmAuthor id="1632" name="马莹" initials="马" lastIdx="0" clrIdx="1631"/>
  <p:cmAuthor id="1633" name="0279000012" initials="0" lastIdx="0" clrIdx="1632"/>
  <p:cmAuthor id="1634" name="杨岚 00340308" initials="0" lastIdx="0" clrIdx="1633"/>
  <p:cmAuthor id="1635" name="Zhangjiayi(Eason,GD NATD)" initials="ZN" lastIdx="0" clrIdx="1634"/>
  <p:cmAuthor id="1636" name="10225611" initials="1" lastIdx="0" clrIdx="1635"/>
  <p:cmAuthor id="1637" name="梅婷" initials="梅" lastIdx="0" clrIdx="1636"/>
  <p:cmAuthor id="1638" name="ZTEczq" initials="1" lastIdx="0" clrIdx="1637"/>
  <p:cmAuthor id="1639" name="10008523" initials="1" lastIdx="0" clrIdx="1638"/>
  <p:cmAuthor id="1640" name="10054361" initials="1" lastIdx="0" clrIdx="1639"/>
  <p:cmAuthor id="1641" name="10140710" initials="1" lastIdx="0" clrIdx="1640"/>
  <p:cmAuthor id="1642" name="10207204" initials="1" lastIdx="0" clrIdx="1641"/>
  <p:cmAuthor id="1643" name="10100374" initials="1" lastIdx="0" clrIdx="1642"/>
  <p:cmAuthor id="1644" name="10116818" initials="1" lastIdx="0" clrIdx="1643"/>
  <p:cmAuthor id="1645" name="10035857" initials="1" lastIdx="0" clrIdx="1644"/>
  <p:cmAuthor id="1646" name="10255256" initials="1" lastIdx="0" clrIdx="1645"/>
  <p:cmAuthor id="1647" name="二郎要读书" initials="二" lastIdx="0" clrIdx="1646"/>
  <p:cmAuthor id="1648" name="王玉" initials="王" lastIdx="0" clrIdx="1647"/>
  <p:cmAuthor id="1649" name="dreamsummit" initials="d" lastIdx="0" clrIdx="1648"/>
  <p:cmAuthor id="1650" name="沈 鹤" initials="沈" lastIdx="0" clrIdx="1649"/>
  <p:cmAuthor id="1651" name="js-王美婧" initials="j" lastIdx="0" clrIdx="1650"/>
  <p:cmAuthor id="1652" name="金旺" initials="金旺" lastIdx="0" clrIdx="1651"/>
  <p:cmAuthor id="1653" name="袁毓蔓" initials="袁" lastIdx="0" clrIdx="1652"/>
  <p:cmAuthor id="1654" name="烦" initials="烦" lastIdx="0" clrIdx="1653"/>
  <p:cmAuthor id="1655" name="金倩玉" initials="金" lastIdx="0" clrIdx="1654"/>
  <p:cmAuthor id="1656" name="玉米馒头" initials="玉" lastIdx="0" clrIdx="1655"/>
  <p:cmAuthor id="1657" name="fluxay" initials="f" lastIdx="0" clrIdx="1656"/>
  <p:cmAuthor id="1658" name="张泽鹏" initials="张" lastIdx="0" clrIdx="1657"/>
  <p:cmAuthor id="1659" name="wx" initials="w" lastIdx="0" clrIdx="1658"/>
  <p:cmAuthor id="1660" name="qiuxue" initials="q" lastIdx="0" clrIdx="1659"/>
  <p:cmAuthor id="1661" name="刘小卤" initials="刘" lastIdx="0" clrIdx="1660"/>
  <p:cmAuthor id="1662" name="联通杨艳" initials="联" lastIdx="0" clrIdx="1661"/>
  <p:cmAuthor id="1663" name="杨欢" initials="杨" lastIdx="0" clrIdx="1662"/>
  <p:cmAuthor id="1664" name="46344" initials="4" lastIdx="0" clrIdx="1663"/>
  <p:cmAuthor id="1665" name="10118178" initials="1" lastIdx="0" clrIdx="1664"/>
  <p:cmAuthor id="1666" name="zhangyu" initials="z" lastIdx="0" clrIdx="1665"/>
  <p:cmAuthor id="1667" name="Sky123.Org" initials="" lastIdx="0" clrIdx="1666"/>
  <p:cmAuthor id="1668" name="elfinhsu" initials="" lastIdx="0" clrIdx="1667"/>
  <p:cmAuthor id="1669" name="龚丽媛" initials="龚" lastIdx="0" clrIdx="1668"/>
  <p:cmAuthor id="1670" name="zzzqi" initials="z" lastIdx="0" clrIdx="1669"/>
  <p:cmAuthor id="1671" name="zxq_1" initials="z" lastIdx="0" clrIdx="1670"/>
  <p:cmAuthor id="1672" name="赵丽丽" initials="赵" lastIdx="0" clrIdx="1671"/>
  <p:cmAuthor id="1673" name="黄媛媛" initials="黄" lastIdx="0" clrIdx="1672"/>
  <p:cmAuthor id="1674" name="10072673" initials="1" lastIdx="0" clrIdx="1673"/>
  <p:cmAuthor id="1675" name="Wangjian (Frank)" initials="W" lastIdx="0" clrIdx="1674"/>
  <p:cmAuthor id="1676" name="ShanQiu LH" initials="SL" lastIdx="0" clrIdx="1675"/>
  <p:cmAuthor id="1677" name="刘威" initials="liuwei" lastIdx="0" clrIdx="1676"/>
  <p:cmAuthor id="1678" name="林冲霄" initials="林" lastIdx="0" clrIdx="1677"/>
  <p:cmAuthor id="1679" name="10260969" initials="z" lastIdx="0" clrIdx="1678"/>
  <p:cmAuthor id="1680" name="shengwenjia" initials="s" lastIdx="0" clrIdx="1679"/>
  <p:cmAuthor id="1681" name="30312" initials="3" lastIdx="0" clrIdx="1680"/>
  <p:cmAuthor id="1682" name="沈 营超" initials="沈" lastIdx="0" clrIdx="1681"/>
  <p:cmAuthor id="1683" name="毕诗章_JBfeVvea" initials="authorId_413426" lastIdx="0" clrIdx="1682"/>
  <p:cmAuthor id="1684" name="38113" initials="3" lastIdx="0" clrIdx="1683"/>
  <p:cmAuthor id="1685" name="DELL" initials="D" lastIdx="0" clrIdx="1684"/>
  <p:cmAuthor id="1686" name="张燕00036635" initials="张" lastIdx="0" clrIdx="1685"/>
  <p:cmAuthor id="1687" name="杨静" initials="杨" lastIdx="0" clrIdx="1686"/>
  <p:cmAuthor id="1688" name="WPS_1618468757" initials="W" lastIdx="0" clrIdx="1687"/>
  <p:cmAuthor id="1689" name="16619" initials="1" lastIdx="0" clrIdx="1688"/>
  <p:cmAuthor id="1690" name="YU" initials="Y" lastIdx="0" clrIdx="1689"/>
  <p:cmAuthor id="1691" name="孟和" initials="孟" lastIdx="0" clrIdx="1690"/>
  <p:cmAuthor id="1692" name="王叉叉 u" initials="王" lastIdx="0" clrIdx="1691"/>
  <p:cmAuthor id="1693" name="lina_" initials="l" lastIdx="0" clrIdx="1692"/>
  <p:cmAuthor id="1694" name="车维崧" initials="车" lastIdx="0" clrIdx="1693"/>
  <p:cmAuthor id="1695" name="樊革霞" initials="樊" lastIdx="0" clrIdx="1694"/>
  <p:cmAuthor id="1696" name="hw" initials="hw" lastIdx="0" clrIdx="1695"/>
  <p:cmAuthor id="1697" name="郑羽欣" initials="郑" lastIdx="0" clrIdx="1696"/>
  <p:cmAuthor id="1698" name="wangms42" initials="w" lastIdx="0" clrIdx="1697"/>
  <p:cmAuthor id="1699" name="yangf82" initials="y" lastIdx="0" clrIdx="1698"/>
  <p:cmAuthor id="1700" name="10095622" initials="1" lastIdx="0" clrIdx="1699"/>
  <p:cmAuthor id="1701" name="liu tingting" initials="lt" lastIdx="0" clrIdx="1700"/>
  <p:cmAuthor id="1702" name="李 捷" initials="李" lastIdx="0" clrIdx="1701"/>
  <p:cmAuthor id="1703" name="Tian Liangyu" initials="TL" lastIdx="0" clrIdx="1702"/>
  <p:cmAuthor id="1704" name="" initials="" lastIdx="0" clrIdx="1703"/>
  <p:cmAuthor id="1705" name="mmm猛" initials="m" lastIdx="0" clrIdx="1704"/>
  <p:cmAuthor id="1706" name="sunzj50" initials="s" lastIdx="0" clrIdx="1705"/>
  <p:cmAuthor id="1707" name="Ayue " initials="A" lastIdx="0" clrIdx="1706"/>
  <p:cmAuthor id="1708" name="王鹏飞" initials="王" lastIdx="0" clrIdx="1707"/>
  <p:cmAuthor id="1709" name="关璐" initials="关" lastIdx="0" clrIdx="1708"/>
  <p:cmAuthor id="1710" name="子非鱼1314" initials="子" lastIdx="0" clrIdx="1709"/>
  <p:cmAuthor id="1711" name="595434287@qq.com" initials="5" lastIdx="0" clrIdx="1710"/>
  <p:cmAuthor id="1712" name="345175348@qq.com" initials="3" lastIdx="0" clrIdx="1711"/>
  <p:cmAuthor id="1713" name="WPS_1715430540" initials="W" lastIdx="0" clrIdx="1712"/>
  <p:cmAuthor id="1714" name="龚超" initials="龚" lastIdx="0" clrIdx="1713"/>
  <p:cmAuthor id="1715" name="时光" initials="时" lastIdx="0" clrIdx="1714"/>
  <p:cmAuthor id="1716" name="lzy" initials="8" lastIdx="0" clrIdx="1715"/>
  <p:cmAuthor id="1717" name="白文质" initials="白" lastIdx="0" clrIdx="1716"/>
  <p:cmAuthor id="1718" name="qjx2007" initials="q" lastIdx="0" clrIdx="1717"/>
  <p:cmAuthor id="1719" name="大白" initials="大" lastIdx="0" clrIdx="1718"/>
  <p:cmAuthor id="1720" name="小白" initials="小" lastIdx="0" clrIdx="1719"/>
  <p:cmAuthor id="1721" name="许阿丽" initials="许" lastIdx="0" clrIdx="1720"/>
  <p:cmAuthor id="1722" name="10169602" initials="1" lastIdx="0" clrIdx="1721"/>
  <p:cmAuthor id="1723" name="刘亚柯" initials="刘" lastIdx="0" clrIdx="1722"/>
  <p:cmAuthor id="1724" name="00279355" initials="0" lastIdx="0" clrIdx="1723"/>
  <p:cmAuthor id="1725" name="10041808" initials="1" lastIdx="0" clrIdx="1724"/>
  <p:cmAuthor id="1726" name="00024812" initials="0" lastIdx="0" clrIdx="1725"/>
  <p:cmAuthor id="1727" name="10226012" initials="1" lastIdx="0" clrIdx="1726"/>
  <p:cmAuthor id="1728" name="10045395" initials="1" lastIdx="0" clrIdx="1727"/>
  <p:cmAuthor id="1729" name="打打打打劫" initials="打" lastIdx="0" clrIdx="1728"/>
  <p:cmAuthor id="1730" name="LQ" initials="L" lastIdx="0" clrIdx="1729"/>
  <p:cmAuthor id="1731" name="王霞" initials="" lastIdx="0" clrIdx="1730"/>
  <p:cmAuthor id="1732" name="刘牧洲" initials="刘" lastIdx="0" clrIdx="1731"/>
  <p:cmAuthor id="1733" name="廖成武  " initials="廖" lastIdx="0" clrIdx="1732"/>
  <p:cmAuthor id="1734" name="黄宇" initials="黄" lastIdx="0" clrIdx="1733"/>
  <p:cmAuthor id="1735" name="如也" initials="如" lastIdx="0" clrIdx="1734"/>
  <p:cmAuthor id="1736" name="Ghuck" initials="G" lastIdx="0" clrIdx="1735"/>
  <p:cmAuthor id="1737" name="wmcmdi" initials="w" lastIdx="0" clrIdx="1736"/>
  <p:cmAuthor id="1738" name="夏先生" initials="夏" lastIdx="0" clrIdx="1737"/>
  <p:cmAuthor id="1739" name="niuniu" initials="n" lastIdx="0" clrIdx="1738"/>
  <p:cmAuthor id="1740" name="Tomorrow" initials="T" lastIdx="0" clrIdx="1739"/>
  <p:cmAuthor id="1741" name="洋仔" initials="洋" lastIdx="0" clrIdx="1740"/>
  <p:cmAuthor id="1742" name="zw zhou" initials="zz" lastIdx="0" clrIdx="1741"/>
  <p:cmAuthor id="1743" name="桃豆豆" initials="桃" lastIdx="0" clrIdx="1742"/>
  <p:cmAuthor id="1744" name="刁航宇" initials="刁" lastIdx="0" clrIdx="1743"/>
  <p:cmAuthor id="1745" name="✨ Nicole " initials="✨" lastIdx="0" clrIdx="1744"/>
  <p:cmAuthor id="1746" name="李凤仪" initials="李" lastIdx="0" clrIdx="1745"/>
  <p:cmAuthor id="1747" name="于洁" initials="于" lastIdx="0" clrIdx="1746"/>
  <p:cmAuthor id="1748" name="小州Gg" initials="小" lastIdx="0" clrIdx="1747"/>
  <p:cmAuthor id="1749" name="13488749431手机用户" initials="1" lastIdx="0" clrIdx="1748"/>
  <p:cmAuthor id="1750" name="大攀" initials="大" lastIdx="0" clrIdx="1749"/>
  <p:cmAuthor id="1751" name="李宁" initials="李" lastIdx="0" clrIdx="1750"/>
  <p:cmAuthor id="1752" name="马宇媛" initials="马" lastIdx="0" clrIdx="1751"/>
  <p:cmAuthor id="1753" name="X13-Y" initials="X" lastIdx="0" clrIdx="1752"/>
  <p:cmAuthor id="1754" name="哎呀呀何牙牙" initials="哎" lastIdx="0" clrIdx="1753"/>
  <p:cmAuthor id="1755" name="光明" initials="光" lastIdx="0" clrIdx="1754"/>
  <p:cmAuthor id="1756" name="罗志军" initials="罗" lastIdx="0" clrIdx="1755"/>
  <p:cmAuthor id="1757" name="gmcc" initials="g" lastIdx="0" clrIdx="1756"/>
  <p:cmAuthor id="1758" name="zzzz" initials="z" lastIdx="0" clrIdx="1757"/>
  <p:cmAuthor id="1759" name="王旭" initials="王" lastIdx="0" clrIdx="1758"/>
  <p:cmAuthor id="1760" name=" 胖哒慧" initials="" lastIdx="0" clrIdx="1759"/>
  <p:cmAuthor id="1761" name="天天" initials="天" lastIdx="0" clrIdx="1760"/>
  <p:cmAuthor id="1762" name="colin" initials="c" lastIdx="0" clrIdx="1761"/>
  <p:cmAuthor id="1763" name="小阳光" initials="小" lastIdx="0" clrIdx="1762"/>
  <p:cmAuthor id="1764" name="初七之月亮" initials="初" lastIdx="0" clrIdx="1763"/>
  <p:cmAuthor id="1765" name="谭淼" initials="谭" lastIdx="0" clrIdx="1764"/>
  <p:cmAuthor id="1766" name="JeanMayLee" initials="J" lastIdx="0" clrIdx="1765"/>
  <p:cmAuthor id="1767" name="Jason" initials="J" lastIdx="0" clrIdx="1766"/>
  <p:cmAuthor id="1768" name="WPS" initials="W" lastIdx="0" clrIdx="1767"/>
  <p:cmAuthor id="1769" name=" LION" initials=" " lastIdx="0" clrIdx="1768"/>
  <p:cmAuthor id="1770" name="康斯坦尼斯拉夫斯基" initials="康" lastIdx="0" clrIdx="1769"/>
  <p:cmAuthor id="1771" name="Sabrina" initials="S" lastIdx="0" clrIdx="1770"/>
  <p:cmAuthor id="1772" name="J0" initials="J" lastIdx="0" clrIdx="1771"/>
  <p:cmAuthor id="1773" name="咘嘚咘嘚" initials="咘" lastIdx="0" clrIdx="1772"/>
  <p:cmAuthor id="1774" name="WIN10" initials="W" lastIdx="0" clrIdx="1773"/>
  <p:cmAuthor id="1775" name="Q" initials="Q" lastIdx="0" clrIdx="1774"/>
  <p:cmAuthor id="1776" name="Frank" initials="F" lastIdx="0" clrIdx="1775"/>
  <p:cmAuthor id="1777" name="张松蕾" initials="C" lastIdx="0" clrIdx="1776"/>
  <p:cmAuthor id="1778" name="M" initials="IT" lastIdx="0" clrIdx="1777"/>
  <p:cmAuthor id="1779" name="Wanglexun(Leo,CMCC Marketing)" initials="WM" lastIdx="0" clrIdx="1778"/>
  <p:cmAuthor id="1780" name="chris" initials="c" lastIdx="0" clrIdx="1779"/>
  <p:cmAuthor id="1781" name="梦" initials="梦" lastIdx="0" clrIdx="1780"/>
  <p:cmAuthor id="1782" name="begin" initials="b" lastIdx="0" clrIdx="1781"/>
  <p:cmAuthor id="1783" name="LBB" initials="L" lastIdx="0" clrIdx="1782"/>
  <p:cmAuthor id="1784" name="cyq" initials="c" lastIdx="0" clrIdx="1783"/>
  <p:cmAuthor id="1785" name="WPS_1669175722" initials="W" lastIdx="0" clrIdx="1784"/>
  <p:cmAuthor id="1786" name="半暖时光" initials="半" lastIdx="0" clrIdx="1785"/>
  <p:cmAuthor id="1787" name="杜立旺" initials="杜" lastIdx="0" clrIdx="1786"/>
  <p:cmAuthor id="1788" name="yangsong" initials="y" lastIdx="0" clrIdx="1787"/>
  <p:cmAuthor id="1789" name="Oscar" initials="O" lastIdx="0" clrIdx="1788"/>
  <p:cmAuthor id="1790" name="黄常宇" initials="黄" lastIdx="0" clrIdx="1789"/>
  <p:cmAuthor id="1791" name="依依" initials="依" lastIdx="0" clrIdx="1790"/>
  <p:cmAuthor id="1792" name="曹劲然" initials="曹" lastIdx="0" clrIdx="1791"/>
  <p:cmAuthor id="1793" name="mark" initials="m" lastIdx="0" clrIdx="1792"/>
  <p:cmAuthor id="1794" name="桑榆" initials="桑" lastIdx="0" clrIdx="1793"/>
  <p:cmAuthor id="1795" name="谢梦娇" initials="谢" lastIdx="0" clrIdx="1794"/>
  <p:cmAuthor id="1796" name="CabayJenne" initials="C" lastIdx="0" clrIdx="1795"/>
  <p:cmAuthor id="1797" name="邢开" initials="邢" lastIdx="0" clrIdx="1796"/>
  <p:cmAuthor id="1798" name="sunqi" initials="s" lastIdx="0" clrIdx="1797"/>
  <p:cmAuthor id="1799" name="糕酥...●—●" initials="糕" lastIdx="0" clrIdx="1798"/>
  <p:cmAuthor id="1800" name="纯粹" initials="纯" lastIdx="0" clrIdx="1799"/>
  <p:cmAuthor id="1801" name="华" initials="华" lastIdx="0" clrIdx="1800"/>
  <p:cmAuthor id="1802" name="赵永成" initials="赵" lastIdx="0" clrIdx="1801"/>
  <p:cmAuthor id="1803" name="16640" initials="1" lastIdx="0" clrIdx="1802"/>
  <p:cmAuthor id="1804" name="袖盈嘉茉" initials="袖" lastIdx="0" clrIdx="1803"/>
  <p:cmAuthor id="1805" name="西赆南琛" initials="西" lastIdx="0" clrIdx="1804"/>
  <p:cmAuthor id="1806" name="武戎" initials="武" lastIdx="0" clrIdx="1805"/>
  <p:cmAuthor id="1807" name="奇点" initials="奇" lastIdx="0" clrIdx="1806"/>
  <p:cmAuthor id="1808" name="晚·峰" initials="晚" lastIdx="0" clrIdx="1807"/>
  <p:cmAuthor id="1809" name="ccc" initials="c" lastIdx="0" clrIdx="1808"/>
  <p:cmAuthor id="1810" name="车旭" initials="车" lastIdx="0" clrIdx="1809"/>
  <p:cmAuthor id="1811" name="Pearson.Zhao" initials="P" lastIdx="0" clrIdx="1810"/>
  <p:cmAuthor id="1812" name="DldUlcks" initials="D" lastIdx="0" clrIdx="1811"/>
  <p:cmAuthor id="1813" name="WPS_1716908770" initials="W" lastIdx="0" clrIdx="1812"/>
  <p:cmAuthor id="1814" name="never pink" initials="n" lastIdx="0" clrIdx="1813"/>
  <p:cmAuthor id="1815" name="吴开云" initials="吴" lastIdx="0" clrIdx="1814"/>
  <p:cmAuthor id="1816" name="于浣" initials="于" lastIdx="0" clrIdx="1815"/>
  <p:cmAuthor id="1817" name="小粟勺" initials="小" lastIdx="0" clrIdx="1816"/>
  <p:cmAuthor id="1818" name="黄炜" initials="黄" lastIdx="0" clrIdx="1817"/>
  <p:cmAuthor id="1819" name="WPS_1686010660" initials="W" lastIdx="0" clrIdx="1818"/>
  <p:cmAuthor id="1820" name="lihui" initials="l" lastIdx="0" clrIdx="1819"/>
  <p:cmAuthor id="1821" name="木漏れ日" initials="木" lastIdx="0" clrIdx="1820"/>
  <p:cmAuthor id="1822" name="Wang lei" initials="W" lastIdx="0" clrIdx="1821"/>
  <p:cmAuthor id="1823" name="wink" initials="w" lastIdx="0" clrIdx="1822"/>
  <p:cmAuthor id="1824" name="WPS_1592556096" initials="W" lastIdx="0" clrIdx="1823"/>
  <p:cmAuthor id="1825" name="Zing" initials="Z" lastIdx="0" clrIdx="1824"/>
  <p:cmAuthor id="1826" name="番茄^_^" initials="番" lastIdx="0" clrIdx="1825"/>
  <p:cmAuthor id="1827" name="许愿池的~" initials="许" lastIdx="0" clrIdx="1826"/>
  <p:cmAuthor id="1828" name="-facile" initials="-" lastIdx="0" clrIdx="1827"/>
  <p:cmAuthor id="1829" name="Tea" initials="T" lastIdx="0" clrIdx="1828"/>
  <p:cmAuthor id="1830" name="储贤民" initials="储" lastIdx="0" clrIdx="1829"/>
  <p:cmAuthor id="1831" name="guron" initials="g" lastIdx="0" clrIdx="1830"/>
  <p:cmAuthor id="1832" name="微笑" initials="微" lastIdx="0" clrIdx="1831"/>
  <p:cmAuthor id="1833" name="鱼爱吃猫8" initials="鱼" lastIdx="0" clrIdx="1832"/>
  <p:cmAuthor id="1834" name="小迷糊" initials="小" lastIdx="0" clrIdx="1833"/>
  <p:cmAuthor id="1835" name="WPS_1724045767" initials="W" lastIdx="0" clrIdx="1834"/>
  <p:cmAuthor id="1836" name="黄慧" initials="黄" lastIdx="0" clrIdx="1835"/>
  <p:cmAuthor id="1837" name="月亮是我啃弯的" initials="月" lastIdx="0" clrIdx="1836"/>
  <p:cmAuthor id="1838" name="jinbq" initials="j" lastIdx="0" clrIdx="1837"/>
  <p:cmAuthor id="1839" name="周磊" initials="周" lastIdx="0" clrIdx="1838"/>
  <p:cmAuthor id="1840" name="123" initials="1" lastIdx="0" clrIdx="1839"/>
  <p:cmAuthor id="1841" name="bai song" initials="bs" lastIdx="0" clrIdx="1840"/>
  <p:cmAuthor id="1842" name="李 剑峰" initials="李" lastIdx="0" clrIdx="1841"/>
  <p:cmAuthor id="1843" name="陶元" initials="陶" lastIdx="0" clrIdx="1842"/>
  <p:cmAuthor id="1844" name="易 胡" initials="易" lastIdx="0" clrIdx="1843"/>
  <p:cmAuthor id="1845" name="gxy" initials="g" lastIdx="0" clrIdx="1844"/>
  <p:cmAuthor id="1846" name="李少帅" initials="李" lastIdx="0" clrIdx="1845"/>
  <p:cmAuthor id="1847" name="love_" initials="l" lastIdx="0" clrIdx="1846"/>
  <p:cmAuthor id="1848" name="田逢阳" initials="A" lastIdx="0" clrIdx="1847"/>
  <p:cmAuthor id="1849" name="李金金" initials="李金金" lastIdx="0" clrIdx="1848"/>
  <p:cmAuthor id="1850" name="王志榕" initials="王" lastIdx="0" clrIdx="1849"/>
  <p:cmAuthor id="1851" name="邓萍" initials="邓" lastIdx="0" clrIdx="1850"/>
  <p:cmAuthor id="1852" name="shinedo" initials="s" lastIdx="0" clrIdx="1851"/>
  <p:cmAuthor id="1853" name="c Cecilia" initials="cC" lastIdx="0" clrIdx="1852"/>
  <p:cmAuthor id="1854" name="王 明振" initials="王" lastIdx="0" clrIdx="1853"/>
  <p:cmAuthor id="1855" name="百军 李" initials="百李" lastIdx="0" clrIdx="1854"/>
  <p:cmAuthor id="1856" name="Zhuqw" initials="Z" lastIdx="0" clrIdx="1855"/>
  <p:cmAuthor id="1857" name="李奇" initials="奇奇" lastIdx="0" clrIdx="1856"/>
  <p:cmAuthor id="1858" name="李 修竹" initials="李" lastIdx="0" clrIdx="1857"/>
  <p:cmAuthor id="1859" name="马月" initials="马" lastIdx="0" clrIdx="1858"/>
  <p:cmAuthor id="1860" name="黄婷楠" initials="黄" lastIdx="0" clrIdx="1859"/>
  <p:cmAuthor id="1861" name="卞珊珊" initials="卞" lastIdx="0" clrIdx="1860"/>
  <p:cmAuthor id="1862" name="叶海纳" initials="叶" lastIdx="0" clrIdx="1861"/>
  <p:cmAuthor id="1863" name="裴小燕" initials="u" lastIdx="0" clrIdx="1862"/>
  <p:cmAuthor id="1864" name="HP" initials="H" lastIdx="0" clrIdx="1863"/>
  <p:cmAuthor id="1865" name="一花一世界" initials="一" lastIdx="0" clrIdx="1864"/>
  <p:cmAuthor id="1866" name="徐 正国" initials="徐" lastIdx="0" clrIdx="1865"/>
  <p:cmAuthor id="1867" name="dings5" initials="d" lastIdx="0" clrIdx="1866"/>
  <p:cmAuthor id="1868" name="马安娜" initials="马" lastIdx="0" clrIdx="1867"/>
  <p:cmAuthor id="1869" name="chenting" initials="CT" lastIdx="0" clrIdx="1868"/>
  <p:cmAuthor id="1870" name="sammiyacho" initials="s" lastIdx="0" clrIdx="1869"/>
  <p:cmAuthor id="1871" name="李庆" initials="李" lastIdx="0" clrIdx="1870"/>
  <p:cmAuthor id="1872" name="冼沛" initials="冼" lastIdx="0" clrIdx="1871"/>
  <p:cmAuthor id="1873" name="封殊龙" initials="封" lastIdx="0" clrIdx="1872"/>
  <p:cmAuthor id="1874" name="夜尽迟渊_UrQfrmQZ" initials="authorId_501680251" lastIdx="0" clrIdx="1873"/>
  <p:cmAuthor id="1875" name="王丰_aE3uARfm" initials="authorId_383357774" lastIdx="0" clrIdx="1874"/>
  <p:cmAuthor id="1876" name="陈宇丰" initials="陈" lastIdx="0" clrIdx="1875"/>
  <p:cmAuthor id="1877" name="未知用户86" initials="未" lastIdx="0" clrIdx="1876"/>
  <p:cmAuthor id="1878" name="Xiaosu Wang" initials="XW" lastIdx="0" clrIdx="1877"/>
  <p:cmAuthor id="1879" name="yin gang" initials="yg" lastIdx="0" clrIdx="1878"/>
  <p:cmAuthor id="1880" name="00103907" initials="0" lastIdx="0" clrIdx="1879"/>
  <p:cmAuthor id="1881" name="10156743" initials="1" lastIdx="0" clrIdx="1880"/>
  <p:cmAuthor id="1882" name="张文栓" initials="1" lastIdx="0" clrIdx="1881"/>
  <p:cmAuthor id="1883" name="未知用户95" initials="未" lastIdx="0" clrIdx="1882"/>
  <p:cmAuthor id="1884" name="张平" initials="张" lastIdx="0" clrIdx="1883"/>
  <p:cmAuthor id="1885" name="子小T光军" initials="子" lastIdx="0" clrIdx="1884"/>
  <p:cmAuthor id="1886" name="未知用户229" initials="未" lastIdx="0" clrIdx="1885"/>
  <p:cmAuthor id="1887" name="未知用户238" initials="未" lastIdx="0" clrIdx="1886"/>
  <p:cmAuthor id="1888" name="李苏薇" initials="李" lastIdx="0" clrIdx="1887"/>
  <p:cmAuthor id="1889" name="小皮蛋" initials="小" lastIdx="0" clrIdx="1888"/>
  <p:cmAuthor id="1890" name="63173" initials="6" lastIdx="0" clrIdx="1889"/>
  <p:cmAuthor id="1891" name="Wanghy" initials="W" lastIdx="0" clrIdx="1890"/>
  <p:cmAuthor id="1892" name="覃龙峡" initials="覃" lastIdx="0" clrIdx="1891"/>
  <p:cmAuthor id="1893" name="yangxl222" initials="y" lastIdx="0" clrIdx="1892"/>
  <p:cmAuthor id="1894" name="zhoushiying1" initials="z" lastIdx="0" clrIdx="1893"/>
  <p:cmAuthor id="1895" name="单佳" initials="单" lastIdx="0" clrIdx="1894"/>
  <p:cmAuthor id="1896" name="caoyy51" initials="c" lastIdx="0" clrIdx="1895"/>
  <p:cmAuthor id="1897" name="白广慧" initials="白" lastIdx="0" clrIdx="1896"/>
  <p:cmAuthor id="1898" name="杨庆友" initials="杨" lastIdx="0" clrIdx="1897"/>
  <p:cmAuthor id="1899" name="未知用户421" initials="未" lastIdx="0" clrIdx="1898"/>
  <p:cmAuthor id="1900" name="于洋" initials="于" lastIdx="0" clrIdx="1899"/>
  <p:cmAuthor id="1901" name="刘亮" initials="刘" lastIdx="0" clrIdx="1900"/>
  <p:cmAuthor id="1902" name="面包" initials="面" lastIdx="0" clrIdx="1901"/>
  <p:cmAuthor id="1903" name="古颜松" initials="古" lastIdx="0" clrIdx="1902"/>
  <p:cmAuthor id="1904" name="未知用户472" initials="未" lastIdx="0" clrIdx="1903"/>
  <p:cmAuthor id="1905" name="恩智 刘" initials="恩刘" lastIdx="0" clrIdx="1904"/>
  <p:cmAuthor id="1906" name="裴建英" initials="裴" lastIdx="0" clrIdx="1905"/>
  <p:cmAuthor id="1907" name="杨晓明" initials="杨" lastIdx="0" clrIdx="1906"/>
  <p:cmAuthor id="1908" name="林泉" initials="林" lastIdx="0" clrIdx="1907"/>
  <p:cmAuthor id="1909" name="闵容" initials="刘妍" lastIdx="0" clrIdx="1908"/>
  <p:cmAuthor id="1910" name="guant" initials="g" lastIdx="0" clrIdx="1909"/>
  <p:cmAuthor id="1911" name="孙雨琛" initials="孙" lastIdx="0" clrIdx="1910"/>
  <p:cmAuthor id="1912" name="未知用户484" initials="未" lastIdx="0" clrIdx="1911"/>
  <p:cmAuthor id="1913" name="未知用户487" initials="未" lastIdx="0" clrIdx="1912"/>
  <p:cmAuthor id="1914" name="wy" initials="w" lastIdx="0" clrIdx="1913"/>
  <p:cmAuthor id="1915" name="韩纪元" initials="韩" lastIdx="0" clrIdx="1914"/>
  <p:cmAuthor id="1916" name="10322559" initials="1" lastIdx="0" clrIdx="1915"/>
  <p:cmAuthor id="1917" name="晓琳 李" initials="晓琳" lastIdx="0" clrIdx="1916"/>
  <p:cmAuthor id="1918" name="10011306" initials="1" lastIdx="0" clrIdx="1917"/>
  <p:cmAuthor id="1919" name="刘清照" initials="刘" lastIdx="0" clrIdx="1918"/>
  <p:cmAuthor id="1920" name="10074613" initials="1" lastIdx="0" clrIdx="1919"/>
  <p:cmAuthor id="1921" name="XuFeng" initials="XF" lastIdx="0" clrIdx="1920"/>
  <p:cmAuthor id="1922" name="10245120" initials="1" lastIdx="0" clrIdx="1921"/>
  <p:cmAuthor id="1923" name="HY" initials="H" lastIdx="0" clrIdx="1922"/>
  <p:cmAuthor id="1924" name="难得清闲" initials="难" lastIdx="0" clrIdx="1923"/>
  <p:cmAuthor id="1925" name="无声风铃" initials="无" lastIdx="0" clrIdx="1924"/>
  <p:cmAuthor id="1926" name="马乔" initials="马" lastIdx="0" clrIdx="1925"/>
  <p:cmAuthor id="1927" name="yuhx34" initials="y" lastIdx="0" clrIdx="1926"/>
  <p:cmAuthor id="1928" name="郝锦涛" initials="郝" lastIdx="0" clrIdx="1927"/>
  <p:cmAuthor id="1929" name="ηλιοφάνεια" initials="η" lastIdx="0" clrIdx="1928"/>
  <p:cmAuthor id="1930" name="小荣" initials="小" lastIdx="0" clrIdx="1929"/>
  <p:cmAuthor id="1931" name="F。" initials="F" lastIdx="0" clrIdx="1930"/>
  <p:cmAuthor id="1932" name="云晗雨" initials="云" lastIdx="0" clrIdx="1931"/>
  <p:cmAuthor id="1933" name="E" initials="E" lastIdx="0" clrIdx="1932"/>
  <p:cmAuthor id="1934" name="歡" initials="歡" lastIdx="0" clrIdx="1933"/>
  <p:cmAuthor id="1935" name="Vincent" initials="V" lastIdx="0" clrIdx="1934"/>
  <p:cmAuthor id="1936" name="90594" initials="9" lastIdx="0" clrIdx="1935"/>
  <p:cmAuthor id="1937" name="Биндэреэ" initials="Б" lastIdx="0" clrIdx="1936"/>
  <p:cmAuthor id="1938" name="张斐轶" initials="张" lastIdx="0" clrIdx="1937"/>
  <p:cmAuthor id="1939" name="Jinyue" initials="J" lastIdx="0" clrIdx="1938"/>
  <p:cmAuthor id="1940" name="fang" initials="f" lastIdx="0" clrIdx="1939"/>
  <p:cmAuthor id="1941" name=" 橘子的美好生活" initials="" lastIdx="0" clrIdx="1940"/>
  <p:cmAuthor id="1942" name="髙髙髙" initials="髙" lastIdx="0" clrIdx="1941"/>
  <p:cmAuthor id="1943" name="WPS_1681376038" initials="W" lastIdx="0" clrIdx="1942"/>
  <p:cmAuthor id="1944" name="潘阿槑" initials="潘" lastIdx="0" clrIdx="1943"/>
  <p:cmAuthor id="1945" name="Doria." initials="D" lastIdx="0" clrIdx="1944"/>
  <p:cmAuthor id="1946" name="梁文婷" initials="梁" lastIdx="0" clrIdx="1945"/>
  <p:cmAuthor id="1947" name="却闻周郎故" initials="却" lastIdx="0" clrIdx="1946"/>
  <p:cmAuthor id="1948" name="赵雨晨" initials="赵" lastIdx="0" clrIdx="1947"/>
  <p:cmAuthor id="1949" name="王然" initials="王" lastIdx="0" clrIdx="1948"/>
  <p:cmAuthor id="1950" name="冷呆冷呆的" initials="冷" lastIdx="0" clrIdx="1949"/>
  <p:cmAuthor id="1951" name="SOME" initials="S" lastIdx="0" clrIdx="1950"/>
  <p:cmAuthor id="1952" name="q60052952" initials="q" lastIdx="0" clrIdx="1951"/>
  <p:cmAuthor id="1953" name="liwn56" initials="l" lastIdx="0" clrIdx="1952"/>
  <p:cmAuthor id="1954" name="wangxj1013" initials="w" lastIdx="0" clrIdx="1953"/>
  <p:cmAuthor id="1955" name="chawm1" initials="c" lastIdx="0" clrIdx="1954"/>
  <p:cmAuthor id="1956" name="刘洪伟" initials="刘" lastIdx="0" clrIdx="1955"/>
  <p:cmAuthor id="1957" name="xiaojy21" initials="x" lastIdx="0" clrIdx="1956"/>
  <p:cmAuthor id="1958" name="文向阳" initials="文" lastIdx="0" clrIdx="1957"/>
  <p:cmAuthor id="1959" name="陈 淑旸" initials="陈" lastIdx="0" clrIdx="1958"/>
  <p:cmAuthor id="1960" name="帅帅 俊俊子" initials="帅" lastIdx="0" clrIdx="1959"/>
  <p:cmAuthor id="1961" name="Cui Yun" initials="C" lastIdx="0" clrIdx="1960"/>
  <p:cmAuthor id="1962" name="Cedric Lin" initials="C" lastIdx="0" clrIdx="1961"/>
  <p:cmAuthor id="1963" name="Bonnie XH" initials="B" lastIdx="0" clrIdx="1962"/>
  <p:cmAuthor id="1964" name="Niya Wang" initials="N" lastIdx="0" clrIdx="1963"/>
  <p:cmAuthor id="1965" name="Vera BX Liu" initials="V" lastIdx="0" clrIdx="1964"/>
  <p:cmAuthor id="1966" name="Candy Hao" initials="C" lastIdx="0" clrIdx="1965"/>
  <p:cmAuthor id="1967" name="hkyzhy555@sina.com" initials="h" lastIdx="0" clrIdx="1966"/>
  <p:cmAuthor id="1968" name="钢华" initials="钢" lastIdx="0" clrIdx="1967"/>
  <p:cmAuthor id="1969" name="汤 海宝" initials="汤" lastIdx="0" clrIdx="1968"/>
  <p:cmAuthor id="1970" name="何子文" initials="何" lastIdx="0" clrIdx="1969"/>
  <p:cmAuthor id="1971" name="T480" initials="T" lastIdx="0" clrIdx="1970"/>
  <p:cmAuthor id="1972" name="刘阳" initials="刘" lastIdx="0" clrIdx="1971"/>
  <p:cmAuthor id="1973" name="小情绪ぅ" initials="小" lastIdx="0" clrIdx="1972"/>
  <p:cmAuthor id="1974" name="朱永杰" initials="朱" lastIdx="0" clrIdx="1973"/>
  <p:cmAuthor id="1975" name="田鑫" initials="田" lastIdx="0" clrIdx="1974"/>
  <p:cmAuthor id="1976" name="林岚" initials="林" lastIdx="0" clrIdx="1975"/>
  <p:cmAuthor id="1977" name="陈" initials="陈" lastIdx="0" clrIdx="1976"/>
  <p:cmAuthor id="1978" name="达不溜叁" initials="达" lastIdx="0" clrIdx="1977"/>
  <p:cmAuthor id="1979" name="ZQBG-WS" initials="Z" lastIdx="0" clrIdx="1978"/>
  <p:cmAuthor id="1980" name="刘琛" initials="刘" lastIdx="0" clrIdx="1979"/>
  <p:cmAuthor id="1981" name="许可" initials="许" lastIdx="0" clrIdx="1980"/>
  <p:cmAuthor id="1982" name="小青蛙" initials="小" lastIdx="0" clrIdx="1981"/>
  <p:cmAuthor id="1983" name="ريم." initials="ر" lastIdx="0" clrIdx="1982"/>
  <p:cmAuthor id="1984" name="Cushion" initials="C" lastIdx="0" clrIdx="1983"/>
  <p:cmAuthor id="1985" name="文文" initials="文" lastIdx="0" clrIdx="1984"/>
  <p:cmAuthor id="1986" name="ChZ" initials="C" lastIdx="0" clrIdx="1985"/>
  <p:cmAuthor id="1987" name="杨莹" initials="杨" lastIdx="0" clrIdx="1986"/>
  <p:cmAuthor id="1988" name="mxk" initials="u" lastIdx="0" clrIdx="1987"/>
  <p:cmAuthor id="1989" name="曹雪" initials="曹" lastIdx="0" clrIdx="1988"/>
  <p:cmAuthor id="1990" name="hitwa" initials="h" lastIdx="0" clrIdx="1989"/>
  <p:cmAuthor id="1991" name="ZYSR-XY" initials="Z" lastIdx="0" clrIdx="1990"/>
  <p:cmAuthor id="1992" name="樊泯江" initials="樊" lastIdx="0" clrIdx="1991"/>
  <p:cmAuthor id="1993" name="潘宏宇" initials="潘" lastIdx="0" clrIdx="1992"/>
  <p:cmAuthor id="1994" name="赵璐" initials="赵" lastIdx="0" clrIdx="1993"/>
  <p:cmAuthor id="1995" name="丛婉" initials="丛" lastIdx="0" clrIdx="1994"/>
  <p:cmAuthor id="1996" name="Hong_Ji" initials="H" lastIdx="0" clrIdx="1995"/>
  <p:cmAuthor id="1997" name="zte" initials="z" lastIdx="0" clrIdx="1996"/>
  <p:cmAuthor id="1998" name="10181563" initials="1" lastIdx="0" clrIdx="1997"/>
  <p:cmAuthor id="1999" name="00196605" initials="0" lastIdx="0" clrIdx="1998"/>
  <p:cmAuthor id="2004" name="毕译丹" initials="毕" lastIdx="0" clrIdx="2003"/>
  <p:cmAuthor id="2007" name="citc908" initials="c" lastIdx="0" clrIdx="2006"/>
  <p:cmAuthor id="2008" name="宋凯10243818" initials="宋凯10243818" lastIdx="0" clrIdx="2007"/>
  <p:cmAuthor id="2009" name="亮" initials="亮" lastIdx="0" clrIdx="2008"/>
  <p:cmAuthor id="2010" name="wangxiaoxuan@ha.cmcc" initials="w" lastIdx="0" clrIdx="2009"/>
  <p:cmAuthor id="2011" name="Johnny Hsieh" initials="J" lastIdx="0" clrIdx="2010"/>
  <p:cmAuthor id="2012" name="Steve Thorne" initials="S" lastIdx="0" clrIdx="2011"/>
  <p:cmAuthor id="2013" name="汪卓" initials="wangzhuo@hb.cmcc" lastIdx="0" clrIdx="2012"/>
  <p:cmAuthor id="2014" name="陈盛伟" initials="陈盛伟" lastIdx="0" clrIdx="2013"/>
  <p:cmAuthor id="2015" name="Ziyang" initials="Z" lastIdx="0" clrIdx="2014"/>
  <p:cmAuthor id="2016" name="Jean" initials="8" lastIdx="0" clrIdx="2015"/>
  <p:cmAuthor id="2017" name="陈思" initials="陈" lastIdx="0" clrIdx="2016"/>
  <p:cmAuthor id="2018" name="刘晓杨" initials="刘" lastIdx="0" clrIdx="2017"/>
  <p:cmAuthor id="2019" name="wangxinyi" initials="w" lastIdx="0" clrIdx="2018"/>
  <p:cmAuthor id="2020" name="wangqing@cmii.cmcc" initials="w" lastIdx="0" clrIdx="2019"/>
  <p:cmAuthor id="2021" name="史晓峰" initials="史" lastIdx="0" clrIdx="2020"/>
  <p:cmAuthor id="2022" name="一个不愿意透露姓名" initials="lasdf" lastIdx="0" clrIdx="2021"/>
  <p:cmAuthor id="2023" name="小 红马" initials="小" lastIdx="0" clrIdx="2022"/>
  <p:cmAuthor id="2024" name="lingc" initials="l" lastIdx="0" clrIdx="2023"/>
  <p:cmAuthor id="2025" name="朱雪萍" initials="朱" lastIdx="0" clrIdx="2024"/>
  <p:cmAuthor id="2026" name="周嘉喻" initials="z" lastIdx="0" clrIdx="2025"/>
  <p:cmAuthor id="2027" name="tianyuan@cmhi.cmcc" initials="tianyuan@cmhi.cmcc" lastIdx="0" clrIdx="2026"/>
  <p:cmAuthor id="2028" name="梁田" initials="梁" lastIdx="0" clrIdx="2027"/>
  <p:cmAuthor id="2029" name="甘祎" initials="甘" lastIdx="0" clrIdx="2028"/>
  <p:cmAuthor id="2030" name="梁叶欢" initials="梁" lastIdx="0" clrIdx="2029"/>
  <p:cmAuthor id="2031" name="于书丹" initials="C" lastIdx="0" clrIdx="2030"/>
  <p:cmAuthor id="2032" name="flower" initials="f" lastIdx="0" clrIdx="2031"/>
  <p:cmAuthor id="2033" name="钱笑晓" initials="钱" lastIdx="0" clrIdx="2032"/>
  <p:cmAuthor id="2034" name="tonyliu" initials="t" lastIdx="0" clrIdx="2033"/>
  <p:cmAuthor id="2035" name="hwjjjjjjjj" initials="h" lastIdx="0" clrIdx="2034"/>
  <p:cmAuthor id="2036" name="zongjinchong_hs@he.cmcc" initials="z" lastIdx="0" clrIdx="2035"/>
  <p:cmAuthor id="2037" name="macos" initials="m" lastIdx="0" clrIdx="2036"/>
  <p:cmAuthor id="2038" name="zhoupeng" initials="z" lastIdx="0" clrIdx="2037"/>
  <p:cmAuthor id="2039" name="阿 凝" initials="阿" lastIdx="0" clrIdx="2038"/>
  <p:cmAuthor id="2040" name="季然" initials="季" lastIdx="0" clrIdx="2039"/>
  <p:cmAuthor id="2041" name="Randolph" initials="R" lastIdx="0" clrIdx="2040"/>
  <p:cmAuthor id="2042" name="ma yanru" initials="my" lastIdx="0" clrIdx="2041"/>
  <p:cmAuthor id="2043" name="PB399" initials="P" lastIdx="0" clrIdx="2042"/>
  <p:cmAuthor id="2044" name="wangchangkun@cmhi.cmcc" initials="wangchangkun@cmhi.cmcc" lastIdx="0" clrIdx="2043"/>
  <p:cmAuthor id="2045" name="YaoChunfen" initials="Y" lastIdx="0" clrIdx="2044"/>
  <p:cmAuthor id="2046" name="陈召国" initials="c" lastIdx="0" clrIdx="2045"/>
  <p:cmAuthor id="2047" name="huwenxiao" initials="h" lastIdx="0" clrIdx="2046"/>
  <p:cmAuthor id="2048" name="山西公司集团客户部张亮" initials="山" lastIdx="0" clrIdx="2047"/>
  <p:cmAuthor id="2049" name="孙语唯" initials="孙" lastIdx="0" clrIdx="2048"/>
  <p:cmAuthor id="2050" name="xuning1@nx.cmcc" initials="x" lastIdx="0" clrIdx="2049"/>
  <p:cmAuthor id="2051" name="syp" initials="s" lastIdx="0" clrIdx="2050"/>
  <p:cmAuthor id="2052" name="李娜" initials="李" lastIdx="0" clrIdx="2051"/>
  <p:cmAuthor id="2053" name="IrisH" initials="I" lastIdx="0" clrIdx="2052"/>
  <p:cmAuthor id="2054" name="77025" initials="7" lastIdx="0" clrIdx="2053"/>
  <p:cmAuthor id="2055" name="User" initials="U" lastIdx="0" clrIdx="2054"/>
  <p:cmAuthor id="2056" name="季玉洁" initials="季" lastIdx="0" clrIdx="2055"/>
  <p:cmAuthor id="2057" name="山西公司集团客户部李赫" initials="山" lastIdx="0" clrIdx="2056"/>
  <p:cmAuthor id="2058" name="陈依依" initials="陈" lastIdx="0" clrIdx="2057"/>
  <p:cmAuthor id="2059" name="实习生_严政宇" initials="实" lastIdx="0" clrIdx="2058"/>
  <p:cmAuthor id="2060" name="jing.xue" initials="j" lastIdx="0" clrIdx="2059"/>
  <p:cmAuthor id="2061" name="刘思蜀" initials="刘" lastIdx="0" clrIdx="2060"/>
  <p:cmAuthor id="2062" name="tkqd" initials="t" lastIdx="0" clrIdx="2061"/>
  <p:cmAuthor id="2063" name="方方" initials="方" lastIdx="0" clrIdx="2062"/>
  <p:cmAuthor id="2064" name="tuhh" initials="t" lastIdx="0" clrIdx="2063"/>
  <p:cmAuthor id="2065" name="庞付娟" initials="庞" lastIdx="0" clrIdx="2064"/>
  <p:cmAuthor id="2066" name="hy-tkyl" initials="h" lastIdx="0" clrIdx="2065"/>
  <p:cmAuthor id="2067" name="黄元" initials="黄" lastIdx="0" clrIdx="2066"/>
  <p:cmAuthor id="2068" name="未知用户37" initials="未" lastIdx="0" clrIdx="2067"/>
  <p:cmAuthor id="2069" name="胡君" initials="胡" lastIdx="0" clrIdx="2068"/>
  <p:cmAuthor id="2070" name="FrogPrince1121" initials="F" lastIdx="0" clrIdx="2069"/>
  <p:cmAuthor id="2071" name="冰箱" initials="冰" lastIdx="0" clrIdx="2070"/>
  <p:cmAuthor id="2072" name="刘莹" initials="刘" lastIdx="0" clrIdx="2071"/>
  <p:cmAuthor id="2073" name="朱粒" initials="朱" lastIdx="0" clrIdx="2072"/>
  <p:cmAuthor id="2074" name="stillu" initials="s" lastIdx="0" clrIdx="2073"/>
  <p:cmAuthor id="2075" name="H1900" initials="H" lastIdx="0" clrIdx="2074"/>
  <p:cmAuthor id="2076" name="liquanxi" initials="l" lastIdx="0" clrIdx="2075"/>
  <p:cmAuthor id="2077" name="未知用户39" initials="未" lastIdx="0" clrIdx="2076"/>
  <p:cmAuthor id="2078" name="viola_yang" initials="" lastIdx="0" clrIdx="2077"/>
  <p:cmAuthor id="2079" name="minty minty" initials="m" lastIdx="0" clrIdx="2078"/>
  <p:cmAuthor id="2080" name="CHEN LONG" initials="C" lastIdx="0" clrIdx="2079"/>
  <p:cmAuthor id="2081" name="彬 罗" initials="彬" lastIdx="0" clrIdx="2080"/>
  <p:cmAuthor id="2082" name="徐 宁" initials="徐" lastIdx="0" clrIdx="2081"/>
  <p:cmAuthor id="2083" name="罗彬" initials="罗" lastIdx="0" clrIdx="2082"/>
  <p:cmAuthor id="2084" name="刘盛潮" initials="刘" lastIdx="0" clrIdx="2083"/>
  <p:cmAuthor id="2085" name="Q Q" initials="Q" lastIdx="0" clrIdx="2084"/>
  <p:cmAuthor id="2086" name="grace" initials="g" lastIdx="0" clrIdx="2085"/>
  <p:cmAuthor id="2087" name="Mia Vida Villanueva" initials="M" lastIdx="0" clrIdx="2086"/>
  <p:cmAuthor id="2088" name="崔超" initials="崔" lastIdx="0" clrIdx="2087"/>
  <p:cmAuthor id="2089" name="Charlotte Williams" initials="C" lastIdx="0" clrIdx="2088"/>
  <p:cmAuthor id="2090" name="邓鹏君" initials="邓" lastIdx="0" clrIdx="2089"/>
  <p:cmAuthor id="2091" name="Calvin G" initials="C" lastIdx="0" clrIdx="2090"/>
  <p:cmAuthor id="2092" name="张莹" initials="张" lastIdx="0" clrIdx="2091"/>
  <p:cmAuthor id="2093" name="MC SYSTEM" initials="M" lastIdx="0" clrIdx="2092"/>
  <p:cmAuthor id="2094" name="Elfie" initials="E" lastIdx="0" clrIdx="2093"/>
  <p:cmAuthor id="2095" name="李璐---寿险总公司营销管理部" initials="李" lastIdx="0" clrIdx="2094"/>
  <p:cmAuthor id="2096" name="xuqing" initials="x" lastIdx="0" clrIdx="2095"/>
  <p:cmAuthor id="2097" name="王顶" initials="王" lastIdx="0" clrIdx="2096"/>
  <p:cmAuthor id="2098" name="松 李" initials="松" lastIdx="0" clrIdx="2097"/>
  <p:cmAuthor id="2099" name="1 mac" initials="1" lastIdx="0" clrIdx="2098"/>
  <p:cmAuthor id="2100" name="齐涛" initials="齐" lastIdx="0" clrIdx="2099"/>
  <p:cmAuthor id="2101" name="宋春华" initials="宋" lastIdx="0" clrIdx="2100"/>
  <p:cmAuthor id="2102" name="lixiaosong" initials="l" lastIdx="0" clrIdx="2101"/>
  <p:cmAuthor id="2103" name="Codon Medical" initials="C" lastIdx="0" clrIdx="2102"/>
  <p:cmAuthor id="2104" name="史璐瑶" initials="史" lastIdx="0" clrIdx="2103"/>
  <p:cmAuthor id="2105" name="王怀璋" initials="王" lastIdx="0" clrIdx="2104"/>
  <p:cmAuthor id="2106" name="幺以谦" initials="幺" lastIdx="0" clrIdx="2105"/>
  <p:cmAuthor id="2107" name="Franca, Ryan {MDAO~Basel}" initials="F" lastIdx="0" clrIdx="2106"/>
  <p:cmAuthor id="2108" name="Gallivan, John-Paul {MDAO~Basel}" initials="G" lastIdx="0" clrIdx="2107"/>
  <p:cmAuthor id="2109" name="朴鹏-lhq" initials="朴" lastIdx="0" clrIdx="2108"/>
  <p:cmAuthor id="2110" name="W Nic" initials="W" lastIdx="0" clrIdx="2109"/>
  <p:cmAuthor id="2111" name="张博" initials="张" lastIdx="0" clrIdx="2110"/>
  <p:cmAuthor id="2112" name="董晔" initials="董" lastIdx="0" clrIdx="2111"/>
  <p:cmAuthor id="2113" name="TaiKang" initials="T" lastIdx="0" clrIdx="2112"/>
  <p:cmAuthor id="2114" name="njlife" initials="n" lastIdx="0" clrIdx="2113"/>
  <p:cmAuthor id="2115" name="未知用户12" initials="未" lastIdx="0" clrIdx="2114"/>
  <p:cmAuthor id="2116" name="黄 俊楠" initials="黄" lastIdx="0" clrIdx="2115"/>
  <p:cmAuthor id="2117" name="李婧宜_YBferYVR" initials="authorId_1217247658" lastIdx="0" clrIdx="2116"/>
  <p:cmAuthor id="2118" name="王伟栋_ymIjy2uI" initials="authorId_1008746-10055544" lastIdx="0" clrIdx="2117"/>
  <p:cmAuthor id="2119" name="xuting@sn.cmcc" initials="A" lastIdx="0" clrIdx="2118"/>
  <p:cmAuthor id="2120" name="wang sai" initials="ws" lastIdx="0" clrIdx="2119"/>
  <p:cmAuthor id="2121" name="未知的使用者134" initials="未" lastIdx="0" clrIdx="2120"/>
  <p:cmAuthor id="2122" name="未知用户266" initials="未" lastIdx="0" clrIdx="2121"/>
  <p:cmAuthor id="2123" name="未知用户196" initials="未" lastIdx="0" clrIdx="2122"/>
  <p:cmAuthor id="2124" name="yangxy" initials="y" lastIdx="0" clrIdx="2123"/>
  <p:cmAuthor id="2125" name="zhoux" initials="z" lastIdx="0" clrIdx="2124"/>
  <p:cmAuthor id="2126" name="zhangxinyao" initials="z" lastIdx="0" clrIdx="2125"/>
  <p:cmAuthor id="2127" name="WKL" initials="W" lastIdx="0" clrIdx="2126"/>
  <p:cmAuthor id="2128" name="聂鑫" initials="聂" lastIdx="0" clrIdx="2127"/>
  <p:cmAuthor id="2129" name="王作佳" initials="王" lastIdx="0" clrIdx="2128"/>
  <p:cmAuthor id="2130" name="设计" initials="设" lastIdx="0" clrIdx="2129"/>
  <p:cmAuthor id="2131" name="xxh" initials="x" lastIdx="0" clrIdx="2130"/>
  <p:cmAuthor id="2132" name="羽卉w" initials="羽" lastIdx="0" clrIdx="2131"/>
  <p:cmAuthor id="2133" name="A京东京车会中富名车亦庄店" initials="A" lastIdx="0" clrIdx="2132"/>
  <p:cmAuthor id="2134" name="denghy26" initials="d" lastIdx="0" clrIdx="2133"/>
  <p:cmAuthor id="2135" name="00334816" initials="0" lastIdx="0" clrIdx="2134"/>
  <p:cmAuthor id="2136" name="李奕" initials="李" lastIdx="0" clrIdx="2135"/>
  <p:cmAuthor id="2137" name="zhongkui" initials="z" lastIdx="0" clrIdx="2136"/>
  <p:cmAuthor id="2138" name="张立彤" initials="张" lastIdx="0" clrIdx="2137"/>
  <p:cmAuthor id="2139" name="LJL" initials="L" lastIdx="0" clrIdx="2138"/>
  <p:cmAuthor id="2140" name="李金玲" initials="李" lastIdx="0" clrIdx="2139"/>
  <p:cmAuthor id="2141" name="梁烨" initials="梁" lastIdx="0" clrIdx="2140"/>
  <p:cmAuthor id="2142" name="芦晨" initials="芦" lastIdx="0" clrIdx="2141"/>
  <p:cmAuthor id="2143" name="彭天慈" initials="彭" lastIdx="0" clrIdx="2142"/>
  <p:cmAuthor id="2144" name="Dujiale (Kevin)" initials="D(" lastIdx="0" clrIdx="2143"/>
  <p:cmAuthor id="2145" name="齐娜" initials="qin9" lastIdx="0" clrIdx="2144"/>
  <p:cmAuthor id="2146" name="张烜源" initials="张" lastIdx="0" clrIdx="2145"/>
  <p:cmAuthor id="2147" name="wangweizhi941015@163.com" initials="w" lastIdx="0" clrIdx="2146"/>
  <p:cmAuthor id="2148" name="赵珊珊_7VneVbi6" initials="authorId_441980255" lastIdx="0" clrIdx="2147"/>
  <p:cmAuthor id="2149" name="鹏 张" initials="鹏" lastIdx="0" clrIdx="2148"/>
  <p:cmAuthor id="2150" name="junjie tong" initials="jt" lastIdx="0" clrIdx="2149"/>
  <p:cmAuthor id="2151" name="Rong Wang(联通集团信息化部（信息安全部）)" initials="RW" lastIdx="0" clrIdx="2150"/>
  <p:cmAuthor id="2152" name="wb z" initials="wz" lastIdx="0" clrIdx="2151"/>
  <p:cmAuthor id="2153" name="29987" initials="2" lastIdx="0" clrIdx="2152"/>
  <p:cmAuthor id="2154" name="ZH" initials="Z" lastIdx="0" clrIdx="2153"/>
  <p:cmAuthor id="2155" name="毛亮" initials="毛" lastIdx="0" clrIdx="2154"/>
  <p:cmAuthor id="2156" name="李蝶" initials="李" lastIdx="0" clrIdx="2155"/>
  <p:cmAuthor id="2157" name="张月娥" initials="张" lastIdx="0" clrIdx="2156"/>
  <p:cmAuthor id="2158" name="maoc" initials="m" lastIdx="0" clrIdx="2157"/>
  <p:cmAuthor id="2159" name="于浩" initials="yh" lastIdx="0" clrIdx="2158"/>
  <p:cmAuthor id="2160" name="高婷婷" initials="高" lastIdx="0" clrIdx="2159"/>
  <p:cmAuthor id="2161" name="WL" initials="WL" lastIdx="0" clrIdx="2160"/>
  <p:cmAuthor id="2162" name="Du Tansa" initials="DT" lastIdx="0" clrIdx="2161"/>
  <p:cmAuthor id="2163" name="hyk" initials="h" lastIdx="0" clrIdx="2162"/>
  <p:cmAuthor id="2164" name="Lee 13" initials="L1" lastIdx="0" clrIdx="2163"/>
  <p:cmAuthor id="2165" name="Another" initials="Ao" lastIdx="0" clrIdx="2164"/>
  <p:cmAuthor id="2166" name="白肖璇" initials="白" lastIdx="0" clrIdx="2165"/>
  <p:cmAuthor id="2167" name="尤贺" initials="尤" lastIdx="0" clrIdx="2166"/>
  <p:cmAuthor id="2168" name="liufang" initials="l" lastIdx="0" clrIdx="2167"/>
  <p:cmAuthor id="2169" name="王 秀娟" initials="王" lastIdx="0" clrIdx="2168"/>
  <p:cmAuthor id="2170" name="citc" initials="c" lastIdx="0" clrIdx="2169"/>
  <p:cmAuthor id="2171" name="XU PENG" initials="XP" lastIdx="0" clrIdx="2170"/>
  <p:cmAuthor id="2172" name="XXH" initials="X" lastIdx="0" clrIdx="2171"/>
  <p:cmAuthor id="2173" name="zealog" initials="z" lastIdx="0" clrIdx="2172"/>
  <p:cmAuthor id="2174" name="chenm14" initials="c" lastIdx="0" clrIdx="2173"/>
  <p:cmAuthor id="2175" name="longyamei" initials="l" lastIdx="0" clrIdx="2174"/>
  <p:cmAuthor id="2176" name="bendd" initials="b" lastIdx="0" clrIdx="2175"/>
  <p:cmAuthor id="2177" name="陆竣" initials="陆" lastIdx="0" clrIdx="2176"/>
  <p:cmAuthor id="2178" name="mazhen" initials="m" lastIdx="0" clrIdx="2177"/>
  <p:cmAuthor id="2179" name="甘肃联通信息安全部姬星仪" initials="姬星仪" lastIdx="0" clrIdx="2178"/>
  <p:cmAuthor id="2180" name="rongxin wu" initials="rw" lastIdx="0" clrIdx="2179"/>
  <p:cmAuthor id="2181" name="sglic" initials="s" lastIdx="0" clrIdx="2180"/>
  <p:cmAuthor id="2182" name="张博文" initials="CP" lastIdx="0" clrIdx="2181"/>
  <p:cmAuthor id="2183" name="cutc_xubo" initials="c" lastIdx="0" clrIdx="2182"/>
  <p:cmAuthor id="2184" name="59144" initials="5" lastIdx="0" clrIdx="2183"/>
  <p:cmAuthor id="2185" name="cjc" initials="c" lastIdx="0" clrIdx="2184"/>
  <p:cmAuthor id="2186" name="未知用户306" initials="未" lastIdx="0" clrIdx="2185"/>
  <p:cmAuthor id="2187" name="吴玉宇" initials="吴" lastIdx="0" clrIdx="2186"/>
  <p:cmAuthor id="2188" name="FR" initials="F" lastIdx="0" clrIdx="2187"/>
  <p:cmAuthor id="2189" name="act" initials="a" lastIdx="0" clrIdx="2188"/>
  <p:cmAuthor id="2190" name="86134" initials="8" lastIdx="0" clrIdx="2189"/>
  <p:cmAuthor id="2191" name="老道" initials="老" lastIdx="0" clrIdx="2190"/>
  <p:cmAuthor id="2192" name="挨踢攻城士" initials="挨" lastIdx="0" clrIdx="2191"/>
  <p:cmAuthor id="2193" name="zoe" initials="z" lastIdx="0" clrIdx="2192"/>
  <p:cmAuthor id="2194" name="雯莉" initials="雯" lastIdx="0" clrIdx="2193"/>
  <p:cmAuthor id="2195" name="谢栋" initials="谢" lastIdx="0" clrIdx="2194"/>
  <p:cmAuthor id="2196" name="吴俊杰" initials="吴" lastIdx="0" clrIdx="2195"/>
  <p:cmAuthor id="2197" name="张为清" initials="U" lastIdx="0" clrIdx="2196"/>
  <p:cmAuthor id="2198" name="沈宁" initials="沈" lastIdx="0" clrIdx="2197"/>
  <p:cmAuthor id="2199" name="林 锋" initials="林" lastIdx="0" clrIdx="2198"/>
  <p:cmAuthor id="2200" name="ligf95" initials="l" lastIdx="0" clrIdx="2199"/>
  <p:cmAuthor id="2201" name="10247451" initials="1" lastIdx="0" clrIdx="2200"/>
  <p:cmAuthor id="2202" name="10078380" initials="1" lastIdx="0" clrIdx="2201"/>
  <p:cmAuthor id="2203" name="张燕" initials="MSOffice" lastIdx="0" clrIdx="2202"/>
  <p:cmAuthor id="2204" name="00065088" initials="0" lastIdx="0" clrIdx="2203"/>
  <p:cmAuthor id="2205" name="10066351" initials="1" lastIdx="0" clrIdx="2204"/>
  <p:cmAuthor id="2206" name="李婷婷" initials="李" lastIdx="0" clrIdx="2205"/>
  <p:cmAuthor id="2207" name="林颖" initials="林" lastIdx="0" clrIdx="2206"/>
  <p:cmAuthor id="2208" name="杜云馨" initials="杜" lastIdx="0" clrIdx="2207"/>
  <p:cmAuthor id="2209" name="秦炜" initials="秦" lastIdx="0" clrIdx="2208"/>
  <p:cmAuthor id="2210" name="彭曦" initials="彭" lastIdx="0" clrIdx="2209"/>
  <p:cmAuthor id="2211" name="go640" initials="g" lastIdx="0" clrIdx="2210"/>
  <p:cmAuthor id="2212" name="程媛" initials="Claire" lastIdx="0" clrIdx="2211"/>
  <p:cmAuthor id="2213" name="Geek Bruce" initials="GB" lastIdx="0" clrIdx="2212"/>
  <p:cmAuthor id="2214" name="李好" initials="李" lastIdx="0" clrIdx="2213"/>
  <p:cmAuthor id="2215" name="嫦嫦" initials="嫦" lastIdx="0" clrIdx="2214"/>
  <p:cmAuthor id="2216" name="MA YOU" initials="MY" lastIdx="0" clrIdx="2215"/>
  <p:cmAuthor id="2217" name="Tianyi Liu" initials="TL" lastIdx="0" clrIdx="2216"/>
  <p:cmAuthor id="2218" name="LYU, Xiaotian [Alumni]" initials="XL" lastIdx="0" clrIdx="2217"/>
  <p:cmAuthor id="2219" name="张飞" initials="张" lastIdx="0" clrIdx="2218"/>
  <p:cmAuthor id="2220" name="unicom367" initials="u" lastIdx="0" clrIdx="2219"/>
  <p:cmAuthor id="2221" name="曹畅" initials="曹" lastIdx="0" clrIdx="2220"/>
  <p:cmAuthor id="2222" name="冯燕英" initials="a" lastIdx="0" clrIdx="2221"/>
  <p:cmAuthor id="2223" name="LE" initials="L" lastIdx="0" clrIdx="2222"/>
  <p:cmAuthor id="2224" name="Candy Kechen Chen" initials="A" lastIdx="0" clrIdx="2223"/>
  <p:cmAuthor id="2225" name="Vanessa Shu Jing Wang" initials="vwang" lastIdx="0" clrIdx="2224"/>
  <p:cmAuthor id="2226" name="Ping Xianping Li" initials="pinli" lastIdx="0" clrIdx="2225"/>
  <p:cmAuthor id="2227" name="Charles Caize Guo" initials="cguo" lastIdx="0" clrIdx="2226"/>
  <p:cmAuthor id="2228" name="焦晓风" initials="焦" lastIdx="0" clrIdx="2227"/>
  <p:cmAuthor id="2229" name="yuxi" initials="y" lastIdx="0" clrIdx="2228"/>
  <p:cmAuthor id="2230" name="40130" initials="4" lastIdx="0" clrIdx="2229"/>
  <p:cmAuthor id="2231" name="魏雅倩" initials="魏" lastIdx="0" clrIdx="2230"/>
  <p:cmAuthor id="2232" name="ASUS" initials="A" lastIdx="0" clrIdx="2231"/>
  <p:cmAuthor id="2233" name="l" initials="l" lastIdx="0" clrIdx="2232"/>
  <p:cmAuthor id="2234" name="甄真" initials="甄" lastIdx="0" clrIdx="2233"/>
  <p:cmAuthor id="2235" name="王关成" initials="王" lastIdx="0" clrIdx="2234"/>
  <p:cmAuthor id="2236" name="王烁" initials="王" lastIdx="0" clrIdx="2235"/>
  <p:cmAuthor id="2237" name="韩丽艳" initials="韩" lastIdx="0" clrIdx="2236"/>
  <p:cmAuthor id="2238" name="李骞" initials="李" lastIdx="0" clrIdx="2237"/>
  <p:cmAuthor id="2239" name="李勇路" initials="李" lastIdx="0" clrIdx="2238"/>
  <p:cmAuthor id="2240" name="ligd62" initials="l" lastIdx="0" clrIdx="2239"/>
  <p:cmAuthor id="2241" name="程佳琳" initials="程" lastIdx="0" clrIdx="2240"/>
  <p:cmAuthor id="2242" name="wanglx" initials="w" lastIdx="0" clrIdx="2241"/>
  <p:cmAuthor id="2243" name="surfaceq" initials="s" lastIdx="0" clrIdx="2242"/>
  <p:cmAuthor id="2244" name="刘 姝" initials="刘" lastIdx="0" clrIdx="2243"/>
  <p:cmAuthor id="2245" name="樊 现静" initials="樊" lastIdx="0" clrIdx="2244"/>
  <p:cmAuthor id="2246" name="孙 澍" initials="孙" lastIdx="0" clrIdx="2245"/>
  <p:cmAuthor id="2247" name="陈谦" initials="陈" lastIdx="0" clrIdx="2246"/>
  <p:cmAuthor id="2248" name="59626" initials="5" lastIdx="0" clrIdx="2247"/>
  <p:cmAuthor id="2249" name="GR" initials="G" lastIdx="0" clrIdx="2248"/>
  <p:cmAuthor id="2250" name="陈佳慧" initials="陈" lastIdx="0" clrIdx="2249"/>
  <p:cmAuthor id="2251" name="changlu" initials="c" lastIdx="0" clrIdx="2250"/>
  <p:cmAuthor id="2252" name="Young" initials="Y" lastIdx="0" clrIdx="2251"/>
  <p:cmAuthor id="2253" name="孙赟恽" initials="孙" lastIdx="0" clrIdx="2252"/>
  <p:cmAuthor id="2254" name="萧然" initials="萧" lastIdx="0" clrIdx="2253"/>
  <p:cmAuthor id="2255" name="00006891" initials="0" lastIdx="0" clrIdx="2254"/>
  <p:cmAuthor id="2256" name="熊先奎10009191" initials="熊先奎10009191" lastIdx="0" clrIdx="2255"/>
  <p:cmAuthor id="2257" name="10009110" initials="1" lastIdx="0" clrIdx="2256"/>
  <p:cmAuthor id="2258" name="zrf" initials="zrf" lastIdx="0" clrIdx="2257"/>
  <p:cmAuthor id="2259" name="Y Y" initials="YY" lastIdx="0" clrIdx="2258"/>
  <p:cmAuthor id="2260" name="zheng zheng" initials="zz" lastIdx="0" clrIdx="2259"/>
  <p:cmAuthor id="2261" name="le" initials="l" lastIdx="0" clrIdx="2260"/>
  <p:cmAuthor id="2262" name="石晓利" initials="C" lastIdx="0" clrIdx="2261"/>
  <p:cmAuthor id="2263" name="孟芳芳（借调）" initials="V" lastIdx="0" clrIdx="2262"/>
  <p:cmAuthor id="2264" name="安 启飞" initials="安" lastIdx="0" clrIdx="2263"/>
  <p:cmAuthor id="2265" name="Zhanwei Xiao(CUC SRD2-HZ-FZ)" initials="Z" lastIdx="0" clrIdx="2264"/>
  <p:cmAuthor id="2266" name="Zhou, Joey (IBD)" initials="Z" lastIdx="0" clrIdx="2265"/>
  <p:cmAuthor id="2267" name="Ms" initials="M" lastIdx="0" clrIdx="2266"/>
  <p:cmAuthor id="2268" name="王 钰" initials="王" lastIdx="0" clrIdx="2267"/>
  <p:cmAuthor id="2269" name="hxh" initials="hxh" lastIdx="0" clrIdx="2268"/>
  <p:cmAuthor id="2270" name="SJ" initials="S" lastIdx="0" clrIdx="2269"/>
  <p:cmAuthor id="2271" name="海风~~" initials="海" lastIdx="0" clrIdx="2270"/>
  <p:cmAuthor id="2272" name="朵朵" initials="朵" lastIdx="0" clrIdx="2271"/>
  <p:cmAuthor id="2273" name="hyman" initials="h" lastIdx="0" clrIdx="2272"/>
  <p:cmAuthor id="2274" name="CaoMi" initials="C" lastIdx="0" clrIdx="2273"/>
  <p:cmAuthor id="2275" name="zengyong" initials="z" lastIdx="0" clrIdx="2274"/>
  <p:cmAuthor id="2276" name="王颖" initials="王" lastIdx="0" clrIdx="2275"/>
  <p:cmAuthor id="2277" name="yq_yaoxin@bj.cmcc" initials="y" lastIdx="0" clrIdx="2276"/>
  <p:cmAuthor id="2278" name="MM" initials="M" lastIdx="0" clrIdx="2277"/>
  <p:cmAuthor id="2279" name="10108380" initials="1" lastIdx="0" clrIdx="2278"/>
  <p:cmAuthor id="2280" name="10036782" initials="1" lastIdx="0" clrIdx="2279"/>
  <p:cmAuthor id="2281" name="10076178" initials="1" lastIdx="0" clrIdx="2280"/>
  <p:cmAuthor id="2282" name="10096786" initials="1" lastIdx="0" clrIdx="2281"/>
  <p:cmAuthor id="2283" name="林诚亮|linchengliang" initials="林" lastIdx="0" clrIdx="2282"/>
  <p:cmAuthor id="2284" name="10216996" initials="1" lastIdx="0" clrIdx="2283"/>
  <p:cmAuthor id="2285" name="00047934" initials="0" lastIdx="0" clrIdx="2284"/>
  <p:cmAuthor id="2286" name="10270505" initials="1" lastIdx="0" clrIdx="2285"/>
  <p:cmAuthor id="2287" name="huliujun-LN" initials="h" lastIdx="0" clrIdx="2286"/>
  <p:cmAuthor id="2288" name="傅文琦" initials="傅" lastIdx="0" clrIdx="2287"/>
  <p:cmAuthor id="2289" name="sylvi" initials="s" lastIdx="0" clrIdx="2288"/>
  <p:cmAuthor id="2290" name="10161768" initials="1" lastIdx="0" clrIdx="2289"/>
  <p:cmAuthor id="2291" name="gaojl61" initials="g" lastIdx="0" clrIdx="2290"/>
  <p:cmAuthor id="2292" name="大梦无边" initials="大" lastIdx="0" clrIdx="2291"/>
  <p:cmAuthor id="2293" name="妞妞大魔王666" initials="妞" lastIdx="0" clrIdx="2292"/>
  <p:cmAuthor id="2294" name="Jason_邹" initials="J" lastIdx="0" clrIdx="2293"/>
  <p:cmAuthor id="2295" name="李秀艳" initials="小李" lastIdx="0" clrIdx="2294"/>
  <p:cmAuthor id="2296" name="周宁" initials="周" lastIdx="0" clrIdx="2295"/>
  <p:cmAuthor id="2297" name="fuyuhan" initials="f" lastIdx="0" clrIdx="2296"/>
  <p:cmAuthor id="2298" name="hxt" initials="h" lastIdx="0" clrIdx="2297"/>
  <p:cmAuthor id="2299" name="王羽佳" initials="王" lastIdx="0" clrIdx="2298"/>
  <p:cmAuthor id="2300" name="tigerZ" initials="t" lastIdx="0" clrIdx="2299"/>
  <p:cmAuthor id="2301" name="挚爱一生♥祺" initials="挚" lastIdx="0" clrIdx="2300"/>
  <p:cmAuthor id="2302" name="Ruby" initials="R" lastIdx="0" clrIdx="2301"/>
  <p:cmAuthor id="2303" name="那羽" initials="那" lastIdx="0" clrIdx="2302"/>
  <p:cmAuthor id="2304" name="隽隽是jun" initials="隽" lastIdx="0" clrIdx="2303"/>
  <p:cmAuthor id="2305" name="10009993" initials="1" lastIdx="0" clrIdx="2304"/>
  <p:cmAuthor id="2306" name="10010178" initials="1" lastIdx="0" clrIdx="2305"/>
  <p:cmAuthor id="2307" name="00025099" initials="0" lastIdx="0" clrIdx="2306"/>
  <p:cmAuthor id="2308" name="WPS_1625045120" initials="W" lastIdx="0" clrIdx="2307"/>
  <p:cmAuthor id="2309" name="张 晓然" initials="张" lastIdx="0" clrIdx="2308"/>
  <p:cmAuthor id="2310" name="彭程" initials="彭" lastIdx="0" clrIdx="2309"/>
  <p:cmAuthor id="2311" name="AutoBVT" initials="A" lastIdx="0" clrIdx="2310"/>
  <p:cmAuthor id="2312" name="袁倩倩" initials="袁" lastIdx="0" clrIdx="2311"/>
  <p:cmAuthor id="2313" name="kilo" initials="k" lastIdx="0" clrIdx="2312"/>
  <p:cmAuthor id="2314" name="李佳乐" initials="李" lastIdx="0" clrIdx="2313"/>
  <p:cmAuthor id="2315" name="HH&amp;FF  BOOK" initials="H" lastIdx="0" clrIdx="2314"/>
  <p:cmAuthor id="2316" name="夏唯天" initials="夏" lastIdx="0" clrIdx="2315"/>
  <p:cmAuthor id="2317" name="不随缘" initials="不" lastIdx="0" clrIdx="2316"/>
  <p:cmAuthor id="2318" name="牛保双" initials="牛" lastIdx="0" clrIdx="2317"/>
  <p:cmAuthor id="2319" name="xue yayong" initials="xy" lastIdx="0" clrIdx="2318"/>
  <p:cmAuthor id="2320" name="段 志丹" initials="段" lastIdx="0" clrIdx="2319"/>
  <p:cmAuthor id="2321" name="123123" initials="1" lastIdx="0" clrIdx="2320"/>
  <p:cmAuthor id="2322" name="李超_BZjybQfE" initials="authorId_97985" lastIdx="0" clrIdx="2321"/>
  <p:cmAuthor id="2323" name="张博雅" initials="张" lastIdx="0" clrIdx="2322"/>
  <p:cmAuthor id="2324" name="吴旭珍" initials="吴" lastIdx="0" clrIdx="2323"/>
  <p:cmAuthor id="2325" name="靖千 罗" initials="靖" lastIdx="0" clrIdx="2324"/>
  <p:cmAuthor id="2326" name="whz" initials="wanghz" lastIdx="0" clrIdx="2325"/>
  <p:cmAuthor id="2327" name="林海青" initials="林" lastIdx="0" clrIdx="2326"/>
  <p:cmAuthor id="2328" name="晶 王" initials="晶王" lastIdx="0" clrIdx="2327"/>
  <p:cmAuthor id="2329" name="孙立东" initials="孙" lastIdx="0" clrIdx="2328"/>
  <p:cmAuthor id="2330" name="rita" initials="r" lastIdx="0" clrIdx="2329"/>
  <p:cmAuthor id="2331" name="Neno Loje" initials="N" lastIdx="0" clrIdx="2330"/>
  <p:cmAuthor id="2332" name="Unknown User1" initials="U" lastIdx="0" clrIdx="2331"/>
  <p:cmAuthor id="2333" name="陈静" initials="陈" lastIdx="0" clrIdx="2332"/>
  <p:cmAuthor id="2334" name="未知的使用者5" initials="未" lastIdx="0" clrIdx="2333"/>
  <p:cmAuthor id="2335" name="未知的使用者20" initials="未" lastIdx="0" clrIdx="2334"/>
  <p:cmAuthor id="2336" name="咲" initials="咲" lastIdx="0" clrIdx="2335"/>
  <p:cmAuthor id="2337" name="未知用户220" initials="未" lastIdx="0" clrIdx="2336"/>
  <p:cmAuthor id="2338" name="zhuzy" initials="z" lastIdx="0" clrIdx="2337"/>
  <p:cmAuthor id="2339" name="00332340" initials="0" lastIdx="0" clrIdx="2338"/>
  <p:cmAuthor id="2340" name="10145512" initials="1" lastIdx="0" clrIdx="2339"/>
  <p:cmAuthor id="2341" name="19056" initials="1" lastIdx="0" clrIdx="2340"/>
  <p:cmAuthor id="2342" name="ZTE" initials="Z" lastIdx="0" clrIdx="2341"/>
  <p:cmAuthor id="2343" name="未知用户490" initials="未" lastIdx="0" clrIdx="2342"/>
  <p:cmAuthor id="2344" name="00242950" initials="0" lastIdx="0" clrIdx="2343"/>
  <p:cmAuthor id="2345" name="10129659" initials="1" lastIdx="0" clrIdx="2344"/>
  <p:cmAuthor id="2346" name="贾瑞" initials="贾" lastIdx="0" clrIdx="2345"/>
  <p:cmAuthor id="2347" name="未知用户30" initials="未知用户30" lastIdx="0" clrIdx="2346"/>
  <p:cmAuthor id="2348" name="lc xue" initials="lx" lastIdx="0" clrIdx="2347"/>
  <p:cmAuthor id="2349" name="李佳" initials="李" lastIdx="0" clrIdx="2348"/>
  <p:cmAuthor id="2350" name="冯智强" initials="冯" lastIdx="0" clrIdx="2349"/>
  <p:cmAuthor id="2351" name="Bay" initials="B" lastIdx="0" clrIdx="2350"/>
  <p:cmAuthor id="2352" name="10225041" initials="1" lastIdx="0" clrIdx="2351"/>
  <p:cmAuthor id="2353" name="00158845" initials="0" lastIdx="0" clrIdx="2352"/>
  <p:cmAuthor id="2354" name="海阔、天空" initials="海" lastIdx="0" clrIdx="2353"/>
  <p:cmAuthor id="2355" name="王书珍" initials="王" lastIdx="0" clrIdx="2354"/>
  <p:cmAuthor id="2356" name="8613607323127" initials="8" lastIdx="0" clrIdx="2355"/>
  <p:cmAuthor id="2357" name="XPH" initials="X" lastIdx="0" clrIdx="2356"/>
  <p:cmAuthor id="2358" name="文斌 李" initials="文李" lastIdx="0" clrIdx="2357"/>
  <p:cmAuthor id="2359" name="王戎煜" initials="王" lastIdx="0" clrIdx="2358"/>
  <p:cmAuthor id="2360" name="挽枫" initials="挽" lastIdx="0" clrIdx="2359"/>
  <p:cmAuthor id="2361" name="李强" initials="A" lastIdx="0" clrIdx="2360"/>
  <p:cmAuthor id="2362" name="MARK" initials="M" lastIdx="0" clrIdx="2361"/>
  <p:cmAuthor id="2363" name="WPS_1559626023" initials="W" lastIdx="0" clrIdx="2362"/>
  <p:cmAuthor id="2364" name="张先森" initials="张" lastIdx="0" clrIdx="2363"/>
  <p:cmAuthor id="2365" name="王志琮" initials="themiss" lastIdx="0" clrIdx="2364"/>
  <p:cmAuthor id="2366" name="艾文卓" initials="艾" lastIdx="0" clrIdx="2365"/>
  <p:cmAuthor id="2367" name="Suainn" initials="S" lastIdx="0" clrIdx="2366"/>
  <p:cmAuthor id="2368" name="qwh" initials="q" lastIdx="0" clrIdx="2367"/>
  <p:cmAuthor id="2369" name="wangxiaolong892559@outlook.com" initials="w" lastIdx="0" clrIdx="2368"/>
  <p:cmAuthor id="2370" name="chengben" initials="c" lastIdx="0" clrIdx="2369"/>
  <p:cmAuthor id="2371" name="秦彩彬" initials="秦" lastIdx="0" clrIdx="2370"/>
  <p:cmAuthor id="2372" name="jiang yuan" initials="jy" lastIdx="0" clrIdx="2371"/>
  <p:cmAuthor id="2373" name="王晓雯" initials="王" lastIdx="0" clrIdx="2372"/>
  <p:cmAuthor id="2374" name="田永军" initials="田" lastIdx="0" clrIdx="2373"/>
  <p:cmAuthor id="2375" name="王利鹏" initials="N" lastIdx="0" clrIdx="2374"/>
  <p:cmAuthor id="2376" name="张倩" initials="张" lastIdx="0" clrIdx="2375"/>
  <p:cmAuthor id="2377" name="莹 路" initials="莹" lastIdx="0" clrIdx="2376"/>
  <p:cmAuthor id="2378" name="中国联通" initials="中" lastIdx="0" clrIdx="2377"/>
  <p:cmAuthor id="2379" name="zhangcong" initials="z" lastIdx="0" clrIdx="2378"/>
  <p:cmAuthor id="2380" name="gaokp" initials="g" lastIdx="0" clrIdx="2379"/>
  <p:cmAuthor id="2381" name="liu" initials="l" lastIdx="0" clrIdx="2380"/>
  <p:cmAuthor id="2382" name="李 峰" initials="李" lastIdx="0" clrIdx="2381"/>
  <p:cmAuthor id="2383" name="WANGYUE" initials="W" lastIdx="0" clrIdx="2382"/>
  <p:cmAuthor id="2384" name="牛滢滢" initials="牛" lastIdx="0" clrIdx="2383"/>
  <p:cmAuthor id="2385" name="yangrui" initials="y" lastIdx="0" clrIdx="2384"/>
  <p:cmAuthor id="2386" name="关铁军" initials="关" lastIdx="0" clrIdx="2385"/>
  <p:cmAuthor id="2387" name="裴婧含" initials="裴" lastIdx="0" clrIdx="2386"/>
  <p:cmAuthor id="2388" name="郝欣" initials="郝" lastIdx="0" clrIdx="2387"/>
  <p:cmAuthor id="2389" name="王竞弘" initials="王" lastIdx="0" clrIdx="2388"/>
  <p:cmAuthor id="2390" name="王红锋" initials="王" lastIdx="0" clrIdx="2389"/>
  <p:cmAuthor id="2391" name="csy" initials="c" lastIdx="0" clrIdx="2390"/>
  <p:cmAuthor id="2392" name="cuihl" initials="c" lastIdx="0" clrIdx="2391"/>
  <p:cmAuthor id="2393" name="nosignal" initials="n" lastIdx="0" clrIdx="2392"/>
  <p:cmAuthor id="2394" name="tan jiarui" initials="tj" lastIdx="0" clrIdx="2393"/>
  <p:cmAuthor id="2395" name="黄显英" initials="黄" lastIdx="0" clrIdx="2394"/>
  <p:cmAuthor id="2396" name="RS001" initials="" lastIdx="0" clrIdx="2395"/>
  <p:cmAuthor id="2397" name="COOLAR" initials="C" lastIdx="0" clrIdx="2396"/>
  <p:cmAuthor id="2398" name="liushuang" initials="LS" lastIdx="0" clrIdx="2397"/>
  <p:cmAuthor id="2399" name="feng li" initials="fl" lastIdx="0" clrIdx="2398"/>
  <p:cmAuthor id="2400" name="罗那尔岽" initials="罗" lastIdx="0" clrIdx="2399"/>
  <p:cmAuthor id="2401" name="WangXiaoLong" initials="W" lastIdx="0" clrIdx="2400"/>
  <p:cmAuthor id="2402" name="江莉萍|jiangliping" initials="W用" lastIdx="0" clrIdx="2401"/>
  <p:cmAuthor id="2403" name="姚 舜阳" initials="姚" lastIdx="0" clrIdx="2402"/>
  <p:cmAuthor id="2404" name="10356" initials="1" lastIdx="0" clrIdx="2403"/>
  <p:cmAuthor id="2405" name="苗丽杰" initials="苗" lastIdx="0" clrIdx="2404"/>
  <p:cmAuthor id="2406" name="卫剑铮" initials="卫" lastIdx="0" clrIdx="2405"/>
  <p:cmAuthor id="2407" name="Vicky" initials="V" lastIdx="0" clrIdx="2406"/>
  <p:cmAuthor id="2408" name="caochuxi" initials="c" lastIdx="0" clrIdx="2407"/>
  <p:cmAuthor id="2409" name="鱼 鱼" initials="鱼鱼" lastIdx="0" clrIdx="2408"/>
  <p:cmAuthor id="2410" name="chentaming" initials="c" lastIdx="0" clrIdx="2409"/>
  <p:cmAuthor id="2411" name="guofu bai" initials="gb" lastIdx="0" clrIdx="2410"/>
  <p:cmAuthor id="2412" name="Pei Chang(联通集团信息化事业部)" initials="PC" lastIdx="0" clrIdx="2411"/>
  <p:cmAuthor id="2413" name="郭广乾" initials="u" lastIdx="0" clrIdx="2412"/>
  <p:cmAuthor id="2414" name="AmyLiu" initials="A" lastIdx="0" clrIdx="2413"/>
  <p:cmAuthor id="2415" name="宋洁然" initials="宋" lastIdx="0" clrIdx="2414"/>
  <p:cmAuthor id="2416" name="玉柱 姚" initials="玉柱" lastIdx="0" clrIdx="2415"/>
  <p:cmAuthor id="2417" name="41826" initials="4" lastIdx="0" clrIdx="2416"/>
  <p:cmAuthor id="2418" name="姜龙玉" initials="姜" lastIdx="0" clrIdx="2417"/>
  <p:cmAuthor id="2419" name="东" initials="东" lastIdx="0" clrIdx="2418"/>
  <p:cmAuthor id="2420" name="Roy" initials="R" lastIdx="0" clrIdx="2419"/>
  <p:cmAuthor id="2421" name="HCP" initials="H" lastIdx="0" clrIdx="2420"/>
  <p:cmAuthor id="2422" name="1006352933@qq.com" initials="1" lastIdx="0" clrIdx="2421"/>
  <p:cmAuthor id="2423" name="蒋赛" initials="蒋" lastIdx="0" clrIdx="2422"/>
  <p:cmAuthor id="2424" name="10293" initials="1" lastIdx="0" clrIdx="2423"/>
  <p:cmAuthor id="2425" name="xzy" initials="x" lastIdx="0" clrIdx="2424"/>
  <p:cmAuthor id="2426" name="ZXT" initials="Z" lastIdx="0" clrIdx="2425"/>
  <p:cmAuthor id="2427" name="liubh" initials="l" lastIdx="0" clrIdx="2426"/>
  <p:cmAuthor id="2428" name="谢婧" initials="谢" lastIdx="0" clrIdx="2427"/>
  <p:cmAuthor id="2429" name="卢茹" initials="卢" lastIdx="0" clrIdx="2428"/>
  <p:cmAuthor id="2430" name="MSI" initials="M" lastIdx="0" clrIdx="2429"/>
  <p:cmAuthor id="2431" name="xingwei hou" initials="xh" lastIdx="0" clrIdx="2430"/>
  <p:cmAuthor id="2432" name="微软用户" initials="" lastIdx="0" clrIdx="2431"/>
  <p:cmAuthor id="2433" name="ThinkPad" initials="T" lastIdx="0" clrIdx="2432"/>
  <p:cmAuthor id="2434" name="Thinkpad" initials="T" lastIdx="0" clrIdx="2433"/>
  <p:cmAuthor id="2435" name="孟琦" initials="孟" lastIdx="0" clrIdx="2434"/>
  <p:cmAuthor id="2436" name="24525" initials="2" lastIdx="0" clrIdx="2435"/>
  <p:cmAuthor id="2437" name="WYX" initials="W" lastIdx="0" clrIdx="2436"/>
  <p:cmAuthor id="2438" name="邢筱卿" initials="邢" lastIdx="0" clrIdx="2437"/>
  <p:cmAuthor id="2439" name="428123@163.com" initials="4" lastIdx="0" clrIdx="2438"/>
  <p:cmAuthor id="2440" name="高慧瑾" initials="高" lastIdx="0" clrIdx="2439"/>
  <p:cmAuthor id="2441" name="倪怡" initials="倪" lastIdx="0" clrIdx="2440"/>
  <p:cmAuthor id="2442" name="玉龙 王" initials="玉王" lastIdx="0" clrIdx="2441"/>
  <p:cmAuthor id="2443" name="yf" initials="y" lastIdx="0" clrIdx="2442"/>
  <p:cmAuthor id="2444" name="黄鸿达" initials="黄" lastIdx="0" clrIdx="2443"/>
  <p:cmAuthor id="2445" name="yuanyi he" initials="yh" lastIdx="0" clrIdx="2444"/>
  <p:cmAuthor id="2446" name="未知用户387" initials="未" lastIdx="0" clrIdx="2445"/>
  <p:cmAuthor id="2447" name="goulei" initials="g" lastIdx="0" clrIdx="2446"/>
  <p:cmAuthor id="2448" name="Unknown User80" initials="U" lastIdx="0" clrIdx="2447"/>
  <p:cmAuthor id="2449" name="乔毅" initials="乔" lastIdx="0" clrIdx="2448"/>
  <p:cmAuthor id="2450" name="hzwan" initials="h" lastIdx="0" clrIdx="2449"/>
  <p:cmAuthor id="2451" name="sunxl" initials="sun" lastIdx="0" clrIdx="2450"/>
  <p:cmAuthor id="2452" name="李晓波" initials="李" lastIdx="0" clrIdx="2451"/>
  <p:cmAuthor id="2453" name="汤琼" initials="汤" lastIdx="0" clrIdx="2452"/>
  <p:cmAuthor id="2454" name="孟娜" initials="孟" lastIdx="0" clrIdx="2453"/>
  <p:cmAuthor id="2455" name="jin" initials="j" lastIdx="0" clrIdx="2454"/>
  <p:cmAuthor id="2456" name="小溪" initials="小" lastIdx="0" clrIdx="2455"/>
  <p:cmAuthor id="2457" name="咸鱼  谢" initials="咸" lastIdx="0" clrIdx="2456"/>
  <p:cmAuthor id="2458" name="小邹" initials="小" lastIdx="0" clrIdx="2457"/>
  <p:cmAuthor id="2459" name="SHaonv Xue " initials="S" lastIdx="0" clrIdx="2458"/>
  <p:cmAuthor id="2460" name="刘思远" initials="刘" lastIdx="0" clrIdx="2459"/>
  <p:cmAuthor id="2461" name="KEKE " initials="K" lastIdx="0" clrIdx="2460"/>
  <p:cmAuthor id="2462" name="水静犹明" initials="水" lastIdx="0" clrIdx="2461"/>
  <p:cmAuthor id="2463" name="田晓锋。" initials="田" lastIdx="0" clrIdx="2462"/>
  <p:cmAuthor id="2464" name="赵明" initials="赵" lastIdx="0" clrIdx="2463"/>
  <p:cmAuthor id="2465" name="红桃" initials="红" lastIdx="0" clrIdx="2464"/>
  <p:cmAuthor id="2466" name="liuchang" initials="l" lastIdx="0" clrIdx="2465"/>
  <p:cmAuthor id="2467" name="97832" initials="9" lastIdx="0" clrIdx="2466"/>
  <p:cmAuthor id="2468" name="王岚晟" initials="王" lastIdx="0" clrIdx="2467"/>
  <p:cmAuthor id="2469" name="luy57" initials="l" lastIdx="0" clrIdx="2468"/>
  <p:cmAuthor id="2470" name="钱恺" initials="钱" lastIdx="0" clrIdx="2469"/>
  <p:cmAuthor id="2471" name="刘鹏辉" initials="刘" lastIdx="0" clrIdx="2470"/>
  <p:cmAuthor id="2472" name="陈先生" initials="陈" lastIdx="0" clrIdx="2471"/>
  <p:cmAuthor id="2473" name="添添" initials="添添" lastIdx="0" clrIdx="2472"/>
  <p:cmAuthor id="2474" name="江波 朱" initials="江朱" lastIdx="0" clrIdx="2473"/>
  <p:cmAuthor id="2475" name="郑晓鹏" initials="郑" lastIdx="0" clrIdx="2474"/>
  <p:cmAuthor id="2476" name="罗嫔" initials="罗" lastIdx="0" clrIdx="2475"/>
  <p:cmAuthor id="2477" name="陈伟超" initials="陈" lastIdx="0" clrIdx="2476"/>
  <p:cmAuthor id="2478" name="caik" initials="c" lastIdx="0" clrIdx="2477"/>
  <p:cmAuthor id="2479" name="任灿丽" initials="u" lastIdx="0" clrIdx="2478"/>
  <p:cmAuthor id="2480" name="吴仲阳" initials="吴" lastIdx="0" clrIdx="2479"/>
  <p:cmAuthor id="2481" name="赵 万良" initials="赵" lastIdx="0" clrIdx="2480"/>
  <p:cmAuthor id="2482" name="郭胜楠" initials="郭" lastIdx="0" clrIdx="2481"/>
  <p:cmAuthor id="2483" name="武志明" initials="武" lastIdx="0" clrIdx="2482"/>
  <p:cmAuthor id="2484" name="张晓燕(内蒙古巴彦淖尔)" initials="张" lastIdx="0" clrIdx="2483"/>
  <p:cmAuthor id="2485" name="LUO CHENG" initials="L" lastIdx="0" clrIdx="2484"/>
  <p:cmAuthor id="2486" name="shenyanning-001" initials="s" lastIdx="0" clrIdx="2485"/>
  <p:cmAuthor id="2487" name="Evander Wan" initials="E" lastIdx="0" clrIdx="2486"/>
  <p:cmAuthor id="2488" name="黄梅" initials="黄" lastIdx="0" clrIdx="2487"/>
  <p:cmAuthor id="2489" name="邓彤倩" initials="邓" lastIdx="0" clrIdx="2488"/>
  <p:cmAuthor id="2490" name="未知用户22" initials="未" lastIdx="0" clrIdx="2489"/>
  <p:cmAuthor id="2491" name="童彤" initials="童" lastIdx="0" clrIdx="2490"/>
  <p:cmAuthor id="2492" name="lilan" initials="l" lastIdx="0" clrIdx="2491"/>
  <p:cmAuthor id="2493" name="未知的使用者6" initials="未" lastIdx="0" clrIdx="2492"/>
  <p:cmAuthor id="2494" name="未知的使用者19" initials="未" lastIdx="0" clrIdx="2493"/>
  <p:cmAuthor id="2495" name="Lzy" initials="L" lastIdx="0" clrIdx="2494"/>
  <p:cmAuthor id="2496" name="西北望长安" initials="西" lastIdx="0" clrIdx="2495"/>
  <p:cmAuthor id="2497" name="Xu Ethan" initials="XE" lastIdx="0" clrIdx="2496"/>
  <p:cmAuthor id="2498" name="梦里的炊烟" initials="梦" lastIdx="0" clrIdx="2497"/>
  <p:cmAuthor id="2499" name="小乐崽子" initials="小乐崽子" lastIdx="0" clrIdx="2498"/>
  <p:cmAuthor id="2500" name="巧克力" initials="巧" lastIdx="0" clrIdx="2499"/>
  <p:cmAuthor id="2501" name="cqlc" initials="c" lastIdx="0" clrIdx="2500"/>
  <p:cmAuthor id="2502" name="liu jane" initials="l" lastIdx="0" clrIdx="2501"/>
  <p:cmAuthor id="2503" name="谭开元/国寿协同部/总行信用卡中心/广发银行" initials="谭" lastIdx="0" clrIdx="2502"/>
  <p:cmAuthor id="2504" name="rhpx" initials="r" lastIdx="0" clrIdx="2503"/>
  <p:cmAuthor id="2505" name="greAt" initials="g" lastIdx="0" clrIdx="2504"/>
  <p:cmAuthor id="2506" name="ghy" initials="g" lastIdx="0" clrIdx="2505"/>
  <p:cmAuthor id="2507" name="李璐璐" initials="李" lastIdx="0" clrIdx="2506"/>
  <p:cmAuthor id="2508" name="超哥" initials="超" lastIdx="0" clrIdx="2507"/>
  <p:cmAuthor id="2509" name="秃然的自我" initials="秃" lastIdx="0" clrIdx="2508"/>
  <p:cmAuthor id="2510" name="LZY" initials="L" lastIdx="0" clrIdx="2509"/>
  <p:cmAuthor id="2511" name="胡乐信" initials="胡" lastIdx="0" clrIdx="2510"/>
  <p:cmAuthor id="2512" name="jiaxizhou1" initials="j" lastIdx="0" clrIdx="2511"/>
  <p:cmAuthor id="2513" name="施晗" initials="施" lastIdx="0" clrIdx="2512"/>
  <p:cmAuthor id="2514" name="dousm1" initials="d" lastIdx="0" clrIdx="2513"/>
  <p:cmAuthor id="2515" name="terrycheung" initials="t" lastIdx="0" clrIdx="2514"/>
  <p:cmAuthor id="2516" name="周舟粥州周" initials="周" lastIdx="0" clrIdx="2515"/>
  <p:cmAuthor id="2517" name="刘寓" initials="刘" lastIdx="0" clrIdx="2516"/>
  <p:cmAuthor id="2518" name="王帅" initials="王" lastIdx="0" clrIdx="2517"/>
  <p:cmAuthor id="2519" name="Sandy" initials="S" lastIdx="0" clrIdx="2518"/>
  <p:cmAuthor id="2520" name="ITX" initials="I" lastIdx="0" clrIdx="2519"/>
  <p:cmAuthor id="2521" name="LCZ666" initials="L" lastIdx="0" clrIdx="2520"/>
  <p:cmAuthor id="2522" name="17126" initials="1" lastIdx="0" clrIdx="2521"/>
  <p:cmAuthor id="2523" name="10011274@zte.intra" initials="1" lastIdx="0" clrIdx="2522"/>
  <p:cmAuthor id="2524" name="周笛" initials="周" lastIdx="0" clrIdx="2523"/>
  <p:cmAuthor id="2525" name="zhuy261" initials="z" lastIdx="0" clrIdx="2524"/>
  <p:cmAuthor id="2526" name="邓倩华" initials="邓" lastIdx="0" clrIdx="2525"/>
  <p:cmAuthor id="2527" name="Yurou Zhang" initials="Y" lastIdx="0" clrIdx="2526"/>
  <p:cmAuthor id="2528" name="Ms.Zhang" initials="M" lastIdx="0" clrIdx="2527"/>
  <p:cmAuthor id="2529" name="罗玲" initials="罗" lastIdx="0" clrIdx="2528"/>
  <p:cmAuthor id="2530" name="贺雅娟" initials="贺" lastIdx="0" clrIdx="2529"/>
  <p:cmAuthor id="2531" name="林于丰" initials="林" lastIdx="0" clrIdx="2530"/>
  <p:cmAuthor id="2532" name="86136" initials="8" lastIdx="0" clrIdx="2531"/>
  <p:cmAuthor id="2533" name="sllata" initials="s" lastIdx="0" clrIdx="2532"/>
  <p:cmAuthor id="2534" name="蔡蕙" initials="蔡" lastIdx="0" clrIdx="2533"/>
  <p:cmAuthor id="2535" name="莉珊 谢" initials="莉谢" lastIdx="0" clrIdx="2534"/>
  <p:cmAuthor id="2536" name="35185" initials="3" lastIdx="0" clrIdx="2535"/>
  <p:cmAuthor id="2537" name="10038422" initials="1" lastIdx="0" clrIdx="2536"/>
  <p:cmAuthor id="2538" name="张贺" initials="张" lastIdx="0" clrIdx="2537"/>
  <p:cmAuthor id="2539" name="lixiaohui" initials="l" lastIdx="0" clrIdx="2538"/>
  <p:cmAuthor id="2540" name="张华" initials="张" lastIdx="0" clrIdx="2539"/>
  <p:cmAuthor id="2541" name="幸全" initials="幸全" lastIdx="0" clrIdx="2540"/>
  <p:cmAuthor id="2542" name="1206988966@qq.com" initials="1" lastIdx="0" clrIdx="2541"/>
  <p:cmAuthor id="2543" name="李 书臣" initials="李" lastIdx="0" clrIdx="2542"/>
  <p:cmAuthor id="2544" name="Sean XA Shi (CN - ADVS)" initials="SXS(A" lastIdx="0" clrIdx="2543"/>
  <p:cmAuthor id="2545" name="未知用户38" initials="未" lastIdx="0" clrIdx="2544"/>
  <p:cmAuthor id="2546" name="1716169290@qq.com" initials="1" lastIdx="0" clrIdx="2545"/>
  <p:cmAuthor id="2547" name="机要室收发员" initials="机" lastIdx="0" clrIdx="2546"/>
  <p:cmAuthor id="2548" name="jiaxw9" initials="j" lastIdx="0" clrIdx="2547"/>
  <p:cmAuthor id="2549" name="黄娅" initials="黄" lastIdx="0" clrIdx="2548"/>
  <p:cmAuthor id="2550" name="张炳涛" initials="张" lastIdx="0" clrIdx="2549"/>
  <p:cmAuthor id="2551" name="jcwang" initials="j" lastIdx="0" clrIdx="2550"/>
  <p:cmAuthor id="2552" name="yucq" initials="y" lastIdx="0" clrIdx="2551"/>
  <p:cmAuthor id="2553" name="王一凡" initials="Wang" lastIdx="0" clrIdx="2552"/>
  <p:cmAuthor id="2554" name="蒋维" initials="蒋" lastIdx="0" clrIdx="2553"/>
  <p:cmAuthor id="2555" name="赵佳骏" initials="zhao" lastIdx="0" clrIdx="2554"/>
  <p:cmAuthor id="2556" name="Acer" initials="A" lastIdx="0" clrIdx="2555"/>
  <p:cmAuthor id="2557" name="Wei Yang" initials="WY" lastIdx="0" clrIdx="2556"/>
  <p:cmAuthor id="2558" name="彭甜甜" initials="彭" lastIdx="0" clrIdx="2557"/>
  <p:cmAuthor id="2559" name="fushe" initials="f" lastIdx="0" clrIdx="2558"/>
  <p:cmAuthor id="2560" name="丁然" initials="丁" lastIdx="0" clrIdx="2559"/>
  <p:cmAuthor id="2561" name="song song" initials="s" lastIdx="0" clrIdx="2560"/>
  <p:cmAuthor id="2562" name="曾阿婷" initials="曾" lastIdx="0" clrIdx="2561"/>
  <p:cmAuthor id="2563" name="黄菁" initials="黄" lastIdx="0" clrIdx="2562"/>
  <p:cmAuthor id="2564" name="10072453" initials="1" lastIdx="0" clrIdx="2563"/>
  <p:cmAuthor id="2565" name="郭敏" initials="郭" lastIdx="0" clrIdx="2564"/>
  <p:cmAuthor id="2566" name="陈立嵩" initials="陈" lastIdx="0" clrIdx="2565"/>
  <p:cmAuthor id="2567" name="Liu Dong" initials="L" lastIdx="0" clrIdx="2566"/>
  <p:cmAuthor id="2568" name="YANQING BAO" initials="Y" lastIdx="0" clrIdx="2567"/>
  <p:cmAuthor id="2569" name="张金龙" initials="张" lastIdx="0" clrIdx="2568"/>
  <p:cmAuthor id="2570" name="祝惠蓉" initials="祝" lastIdx="0" clrIdx="2569"/>
  <p:cmAuthor id="2571" name="艾谟欣" initials="艾" lastIdx="0" clrIdx="2570"/>
  <p:cmAuthor id="2572" name="李霞" initials="李" lastIdx="0" clrIdx="2571"/>
  <p:cmAuthor id="2573" name="宋琛哲" initials="宋" lastIdx="0" clrIdx="2572"/>
  <p:cmAuthor id="2574" name="韩瑞颖" initials="r" lastIdx="0" clrIdx="2573"/>
  <p:cmAuthor id="2575" name="刘天玉" initials="刘" lastIdx="0" clrIdx="2574"/>
  <p:cmAuthor id="2576" name="杨志宇" initials="王" lastIdx="0" clrIdx="2575"/>
  <p:cmAuthor id="2577" name="朱春阳" initials="z" lastIdx="0" clrIdx="2576"/>
  <p:cmAuthor id="2578" name="吕鹏" initials="吕" lastIdx="0" clrIdx="2577"/>
  <p:cmAuthor id="2579" name="zoujun" initials="z" lastIdx="0" clrIdx="2578"/>
  <p:cmAuthor id="2580" name="曾繁强" initials="曾" lastIdx="0" clrIdx="2579"/>
  <p:cmAuthor id="2581" name="guoxi" initials="g" lastIdx="0" clrIdx="2580"/>
  <p:cmAuthor id="2582" name="潘代凎" initials="潘" lastIdx="0" clrIdx="2581"/>
  <p:cmAuthor id="2583" name="池智清" initials="池" lastIdx="0" clrIdx="2582"/>
  <p:cmAuthor id="2584" name="殷亚敏" initials="8" lastIdx="0" clrIdx="2583"/>
  <p:cmAuthor id="2585" name="李嘉凡" initials="李" lastIdx="0" clrIdx="2584"/>
  <p:cmAuthor id="2586" name="Witer Wu" initials="WW" lastIdx="0" clrIdx="2585"/>
  <p:cmAuthor id="2587" name="jean luo" initials="jl" lastIdx="0" clrIdx="2586"/>
  <p:cmAuthor id="2588" name="wangml110" initials="w" lastIdx="0" clrIdx="2587"/>
  <p:cmAuthor id="2589" name="leizb" initials="l" lastIdx="0" clrIdx="2588"/>
  <p:cmAuthor id="2590" name="Li, Jess (SH/MC)" initials="" lastIdx="0" clrIdx="2589"/>
  <p:cmAuthor id="2591" name="guqin" initials="g" lastIdx="0" clrIdx="2590"/>
  <p:cmAuthor id="2592" name="weixy67" initials="w" lastIdx="0" clrIdx="2591"/>
  <p:cmAuthor id="2593" name="niuk3" initials="n" lastIdx="0" clrIdx="2592"/>
  <p:cmAuthor id="2594" name="11230" initials="1" lastIdx="0" clrIdx="2593"/>
  <p:cmAuthor id="2595" name="温文波" initials="温" lastIdx="0" clrIdx="2594"/>
  <p:cmAuthor id="2596" name="曹璟" initials="曹" lastIdx="0" clrIdx="2595"/>
  <p:cmAuthor id="2597" name="yuehui" initials="y" lastIdx="0" clrIdx="2596"/>
  <p:cmAuthor id="2598" name="hwz91" initials="h" lastIdx="0" clrIdx="2597"/>
  <p:cmAuthor id="2599" name="yindoujundeyikuaifuji" initials="y" lastIdx="0" clrIdx="2598"/>
  <p:cmAuthor id="2600" name="马秀发" initials="u" lastIdx="0" clrIdx="2599"/>
  <p:cmAuthor id="2601" name="谭 方正" initials="谭" lastIdx="0" clrIdx="2600"/>
  <p:cmAuthor id="2602" name="胡 颖" initials="胡" lastIdx="0" clrIdx="2601"/>
  <p:cmAuthor id="2603" name="青柠檬" initials="青" lastIdx="0" clrIdx="2602"/>
  <p:cmAuthor id="2604" name="70427" initials="7" lastIdx="0" clrIdx="2603"/>
  <p:cmAuthor id="2605" name="liu dj" initials="ld" lastIdx="0" clrIdx="2604"/>
  <p:cmAuthor id="2606" name="赵 wei" initials="赵" lastIdx="0" clrIdx="2605"/>
  <p:cmAuthor id="2607" name="天空" initials="天" lastIdx="0" clrIdx="2606"/>
  <p:cmAuthor id="2608" name="(｢･ω･)｢嘿syn" initials="(" lastIdx="0" clrIdx="2607"/>
  <p:cmAuthor id="2609" name="段都钥" initials="段" lastIdx="0" clrIdx="2608"/>
  <p:cmAuthor id="2610" name="刘 素陌" initials="刘" lastIdx="0" clrIdx="2609"/>
  <p:cmAuthor id="2611" name="wander" initials="w" lastIdx="0" clrIdx="2610"/>
  <p:cmAuthor id="2612" name="韩永光" initials="韩" lastIdx="0" clrIdx="2611"/>
  <p:cmAuthor id="2613" name="YaoYaQi" initials="Y" lastIdx="0" clrIdx="2612"/>
  <p:cmAuthor id="2614" name="曹 朝辉" initials="曹" lastIdx="0" clrIdx="2613"/>
  <p:cmAuthor id="2615" name="tan zhu" initials="" lastIdx="0" clrIdx="2614"/>
  <p:cmAuthor id="2616" name="zhang qq" initials="zq" lastIdx="0" clrIdx="2615"/>
  <p:cmAuthor id="2617" name="蒯 留生" initials="蒯" lastIdx="0" clrIdx="2616"/>
  <p:cmAuthor id="2618" name="李祺岩" initials="u" lastIdx="0" clrIdx="2617"/>
  <p:cmAuthor id="2619" name="胡菲" initials="胡" lastIdx="0" clrIdx="2618"/>
  <p:cmAuthor id="2620" name="张东" initials="张" lastIdx="0" clrIdx="2619"/>
  <p:cmAuthor id="2621" name="景雪" initials="景" lastIdx="0" clrIdx="2620"/>
  <p:cmAuthor id="2622" name="Michael&amp;Echo" initials="M" lastIdx="0" clrIdx="2621"/>
  <p:cmAuthor id="2623" name="高 美玲" initials="高" lastIdx="0" clrIdx="2622"/>
  <p:cmAuthor id="2624" name="谢月桂" initials="谢" lastIdx="0" clrIdx="2623"/>
  <p:cmAuthor id="2625" name="王梦石" initials="王" lastIdx="0" clrIdx="2624"/>
  <p:cmAuthor id="2626" name="牧野" initials="牧" lastIdx="0" clrIdx="2625"/>
  <p:cmAuthor id="2627" name="songy116" initials="s" lastIdx="0" clrIdx="2626"/>
  <p:cmAuthor id="2628" name="李若露" initials="1" lastIdx="0" clrIdx="2627"/>
  <p:cmAuthor id="2629" name="sh-zhouheyan" initials="s" lastIdx="0" clrIdx="2628"/>
  <p:cmAuthor id="2630" name="year" initials="y" lastIdx="0" clrIdx="2629"/>
  <p:cmAuthor id="2631" name="李广鹏" initials="李" lastIdx="0" clrIdx="2630"/>
  <p:cmAuthor id="2632" name=" Amy陈" initials=" " lastIdx="0" clrIdx="2631"/>
  <p:cmAuthor id="2633" name="曹清平" initials="曹" lastIdx="0" clrIdx="2632"/>
  <p:cmAuthor id="2634" name="傅成龙" initials="傅" lastIdx="0" clrIdx="2633"/>
  <p:cmAuthor id="2635" name="wolly" initials="w" lastIdx="0" clrIdx="2634"/>
  <p:cmAuthor id="2636" name="冯江宁" initials="U" lastIdx="0" clrIdx="2635"/>
  <p:cmAuthor id="2637" name="陈益新" initials="陈" lastIdx="0" clrIdx="2636"/>
  <p:cmAuthor id="2638" name="Yangbaogang" initials="Y" lastIdx="0" clrIdx="2637"/>
  <p:cmAuthor id="2639" name="邓龙" initials="邓" lastIdx="0" clrIdx="2638"/>
  <p:cmAuthor id="2640" name="Heyhx" initials="H" lastIdx="0" clrIdx="2639"/>
  <p:cmAuthor id="2641" name="Sunyi (A)" initials="S(" lastIdx="0" clrIdx="2640"/>
  <p:cmAuthor id="2642" name="14733" initials="1" lastIdx="0" clrIdx="2641"/>
  <p:cmAuthor id="2643" name="青 飞" initials="青" lastIdx="0" clrIdx="2642"/>
  <p:cmAuthor id="2644" name="韩晓宇00207529" initials="韩晓宇00207529" lastIdx="0" clrIdx="2643"/>
  <p:cmAuthor id="2645" name="李江涛" initials="李" lastIdx="0" clrIdx="2644"/>
  <p:cmAuthor id="2646" name="胡盖蕾" initials="胡" lastIdx="0" clrIdx="2645"/>
  <p:cmAuthor id="2647" name="kf" initials="k" lastIdx="0" clrIdx="2646"/>
  <p:cmAuthor id="2648" name="Liang Benlong" initials="LB" lastIdx="0" clrIdx="2647"/>
  <p:cmAuthor id="2649" name="未定义" initials="未" lastIdx="0" clrIdx="2648"/>
  <p:cmAuthor id="2650" name="Fu Chenglong" initials="FC" lastIdx="0" clrIdx="2649"/>
  <p:cmAuthor id="2651" name="Roger" initials="R" lastIdx="0" clrIdx="2650"/>
  <p:cmAuthor id="2652" name="马云飞10014438" initials="马" lastIdx="0" clrIdx="2651"/>
  <p:cmAuthor id="2653" name="闫丽娟00014464" initials="闫" lastIdx="0" clrIdx="2652"/>
  <p:cmAuthor id="2654" name="杨锦洲" initials="杨" lastIdx="0" clrIdx="2653"/>
  <p:cmAuthor id="2655" name="10288204" initials="1" lastIdx="0" clrIdx="2654"/>
  <p:cmAuthor id="2656" name="何秋荣" initials="何" lastIdx="0" clrIdx="2655"/>
  <p:cmAuthor id="2657" name="mini" initials="m" lastIdx="0" clrIdx="2656"/>
  <p:cmAuthor id="2658" name="王小林" initials="王" lastIdx="0" clrIdx="2657"/>
  <p:cmAuthor id="2659" name="刘韵仪" initials="刘" lastIdx="0" clrIdx="2658"/>
  <p:cmAuthor id="2660" name="36164" initials="3" lastIdx="0" clrIdx="2659"/>
  <p:cmAuthor id="2661" name="未知的使用者82" initials="" lastIdx="0" clrIdx="2660"/>
  <p:cmAuthor id="2662" name="未知的使用者118" initials="" lastIdx="0" clrIdx="2661"/>
  <p:cmAuthor id="2663" name="未知的使用者29" initials="" lastIdx="0" clrIdx="2662"/>
  <p:cmAuthor id="2664" name="甘华" initials="甘" lastIdx="0" clrIdx="2663"/>
  <p:cmAuthor id="2665" name="方楚滇" initials="方" lastIdx="0" clrIdx="2664"/>
  <p:cmAuthor id="2666" name="黄黄" initials="黄" lastIdx="0" clrIdx="2665"/>
  <p:cmAuthor id="2667" name="廖旭辉" initials="廖" lastIdx="0" clrIdx="2666"/>
  <p:cmAuthor id="2668" name="周凌子" initials="周" lastIdx="0" clrIdx="2667"/>
  <p:cmAuthor id="2669" name="未知用户186" initials="未" lastIdx="0" clrIdx="2668"/>
  <p:cmAuthor id="2670" name="陈丹" initials="陈" lastIdx="0" clrIdx="2669"/>
  <p:cmAuthor id="2671" name="liwei" initials="l" lastIdx="0" clrIdx="2670"/>
  <p:cmAuthor id="2672" name="lwrda" initials="l" lastIdx="0" clrIdx="2671"/>
  <p:cmAuthor id="2673" name="孙晓兰" initials="孙" lastIdx="0" clrIdx="2672"/>
  <p:cmAuthor id="2674" name="Chelsie Chen" initials="CC" lastIdx="0" clrIdx="2673"/>
  <p:cmAuthor id="2675" name="赵元" initials="赵元" lastIdx="0" clrIdx="2674"/>
  <p:cmAuthor id="2676" name="baily" initials="b" lastIdx="0" clrIdx="2675"/>
  <p:cmAuthor id="2677" name="00260515" initials="HRP" lastIdx="0" clrIdx="2676"/>
  <p:cmAuthor id="2678" name="10115294" initials="1" lastIdx="0" clrIdx="2677"/>
  <p:cmAuthor id="2679" name="10201331" initials="1" lastIdx="0" clrIdx="2678"/>
  <p:cmAuthor id="2680" name="10024791" initials="1" lastIdx="0" clrIdx="2679"/>
  <p:cmAuthor id="2681" name="Goodbobo" initials="G" lastIdx="0" clrIdx="2680"/>
  <p:cmAuthor id="2682" name="zhangbingqing" initials="z" lastIdx="0" clrIdx="2681"/>
  <p:cmAuthor id="2683" name="10107538" initials="1" lastIdx="0" clrIdx="2682"/>
  <p:cmAuthor id="2684" name="岳凯婷" initials="岳" lastIdx="0" clrIdx="2683"/>
  <p:cmAuthor id="2685" name="杨一淳" initials="杨" lastIdx="0" clrIdx="2684"/>
  <p:cmAuthor id="2686" name="李 用成" initials="李" lastIdx="0" clrIdx="2685"/>
  <p:cmAuthor id="2687" name="zpz" initials="z" lastIdx="0" clrIdx="2686"/>
  <p:cmAuthor id="2688" name="邵阳" initials="邵" lastIdx="0" clrIdx="2687"/>
  <p:cmAuthor id="2689" name="DIMAN ZHU" initials="D" lastIdx="0" clrIdx="2688"/>
  <p:cmAuthor id="2690" name="益财" initials="益" lastIdx="0" clrIdx="2689"/>
  <p:cmAuthor id="2691" name="唐仲志" initials="唐" lastIdx="0" clrIdx="2690"/>
  <p:cmAuthor id="2692" name="刘乾勇" initials="刘" lastIdx="0" clrIdx="2691"/>
  <p:cmAuthor id="2693" name="马博" initials="马" lastIdx="0" clrIdx="2692"/>
  <p:cmAuthor id="2694" name="未知的使用者156" initials="未" lastIdx="0" clrIdx="2693"/>
  <p:cmAuthor id="2695" name="YANG W" initials="YW" lastIdx="0" clrIdx="2694"/>
  <p:cmAuthor id="2696" name="张 烜源" initials="张" lastIdx="0" clrIdx="2695"/>
  <p:cmAuthor id="2697" name="成洁" initials="成" lastIdx="0" clrIdx="2696"/>
  <p:cmAuthor id="2698" name="理者" initials="理" lastIdx="0" clrIdx="2697"/>
  <p:cmAuthor id="2699" name="Lianfan" initials="L" lastIdx="0" clrIdx="2698"/>
  <p:cmAuthor id="2700" name="梁月仙" initials="梁" lastIdx="0" clrIdx="2699"/>
  <p:cmAuthor id="2701" name="许幸荣" initials="许" lastIdx="0" clrIdx="2700"/>
  <p:cmAuthor id="2702" name="柳萌" initials="" lastIdx="0" clrIdx="2701"/>
  <p:cmAuthor id="2703" name="刘付观生" initials="" lastIdx="0" clrIdx="2702"/>
  <p:cmAuthor id="2704" name="夏夏" initials="夏" lastIdx="0" clrIdx="2703"/>
  <p:cmAuthor id="2705" name="orifood002@foxmail.com" initials="o [7]" lastIdx="0" clrIdx="2704"/>
  <p:cmAuthor id="2706" name="Song Meng" initials="SM" lastIdx="0" clrIdx="2705"/>
  <p:cmAuthor id="2707" name="欧 阳" initials="欧" lastIdx="0" clrIdx="2706"/>
  <p:cmAuthor id="2708" name="张志海" initials="张" lastIdx="0" clrIdx="2707"/>
  <p:cmAuthor id="2709" name="郑军" initials="j" lastIdx="0" clrIdx="2708"/>
  <p:cmAuthor id="2710" name="Tu Liz" initials="TL" lastIdx="0" clrIdx="2709"/>
  <p:cmAuthor id="2711" name="苏 冬渊" initials="苏" lastIdx="0" clrIdx="2710"/>
  <p:cmAuthor id="2712" name="黎文颂" initials="lws" lastIdx="0" clrIdx="2711"/>
  <p:cmAuthor id="2713" name="ye zf" initials="yz" lastIdx="0" clrIdx="2712"/>
  <p:cmAuthor id="2714" name="汪欣" initials="汪" lastIdx="0" clrIdx="2713"/>
  <p:cmAuthor id="2715" name="徐静" initials="徐" lastIdx="0" clrIdx="2714"/>
  <p:cmAuthor id="2716" name="凡鹏翔" initials="凡" lastIdx="0" clrIdx="2715"/>
  <p:cmAuthor id="2717" name="赖波" initials="赖" lastIdx="0" clrIdx="2716"/>
  <p:cmAuthor id="2718" name="伍胡英" initials="伍" lastIdx="0" clrIdx="2717"/>
  <p:cmAuthor id="2719" name="陈志诚" initials="陈" lastIdx="0" clrIdx="2718"/>
  <p:cmAuthor id="2720" name="张艳" initials="张" lastIdx="0" clrIdx="2719"/>
  <p:cmAuthor id="2721" name="冯天洋" initials="冯" lastIdx="0" clrIdx="2720"/>
  <p:cmAuthor id="2722" name="叶瑞" initials="叶" lastIdx="0" clrIdx="2721"/>
  <p:cmAuthor id="2723" name="日诺" initials="日" lastIdx="0" clrIdx="2722"/>
  <p:cmAuthor id="2724" name="86185" initials="8" lastIdx="0" clrIdx="2723"/>
  <p:cmAuthor id="2725" name="zhaominglei" initials="z" lastIdx="0" clrIdx="2724"/>
  <p:cmAuthor id="2726" name="郭志恒" initials="郭" lastIdx="0" clrIdx="2725"/>
  <p:cmAuthor id="2727" name="WPS_1661346261" initials="W" lastIdx="0" clrIdx="2726"/>
  <p:cmAuthor id="2728" name="16508" initials="1" lastIdx="0" clrIdx="2727"/>
  <p:cmAuthor id="2729" name="Xiedo" initials="X" lastIdx="0" clrIdx="2728"/>
  <p:cmAuthor id="2730" name="翟立柱" initials="翟" lastIdx="0" clrIdx="2729"/>
  <p:cmAuthor id="2731" name="现场服务支撑" initials="现" lastIdx="0" clrIdx="2730"/>
  <p:cmAuthor id="2732" name="Xinlei Ma" initials="X" lastIdx="0" clrIdx="2731"/>
  <p:cmAuthor id="2733" name="梁茜" initials="梁" lastIdx="0" clrIdx="2732"/>
  <p:cmAuthor id="2734" name="徐佳雯" initials="徐" lastIdx="0" clrIdx="2733"/>
  <p:cmAuthor id="2735" name="董纹" initials="董" lastIdx="0" clrIdx="2734"/>
  <p:cmAuthor id="2736" name="李小迪" initials="李" lastIdx="0" clrIdx="2735"/>
  <p:cmAuthor id="2737" name="chenss127" initials="c" lastIdx="0" clrIdx="2736"/>
  <p:cmAuthor id="2738" name="刘晓园" initials="刘" lastIdx="0" clrIdx="2737"/>
  <p:cmAuthor id="2739" name="刘月晔" initials="刘" lastIdx="0" clrIdx="2738"/>
  <p:cmAuthor id="2740" name="怡佳" initials="怡" lastIdx="0" clrIdx="2739"/>
  <p:cmAuthor id="2741" name="闫妍" initials="闫妍" lastIdx="0" clrIdx="2740"/>
  <p:cmAuthor id="2742" name="林于亚" initials="林" lastIdx="0" clrIdx="2741"/>
  <p:cmAuthor id="2743" name="Xiahui Lv" initials="XL" lastIdx="0" clrIdx="2742"/>
  <p:cmAuthor id="2744" name="孙 笑庆" initials="孙" lastIdx="0" clrIdx="2743"/>
  <p:cmAuthor id="2745" name="liull111" initials="l" lastIdx="0" clrIdx="2744"/>
  <p:cmAuthor id="2746" name="冯岩" initials="冯" lastIdx="0" clrIdx="2745"/>
  <p:cmAuthor id="2747" name="龙飞 杨" initials="龙杨" lastIdx="0" clrIdx="2746"/>
  <p:cmAuthor id="2748" name="杨忠兴" initials="杨" lastIdx="0" clrIdx="2747"/>
  <p:cmAuthor id="2749" name="14407" initials="1" lastIdx="0" clrIdx="2748"/>
  <p:cmAuthor id="2750" name="山西公司计划部刘智" initials="u" lastIdx="0" clrIdx="2749"/>
  <p:cmAuthor id="2751" name="M 2" initials="M2" lastIdx="0" clrIdx="2750"/>
  <p:cmAuthor id="2752" name="wang xiaoyu" initials="wx" lastIdx="0" clrIdx="2751"/>
  <p:cmAuthor id="2753" name="Xu sy" initials="Xs" lastIdx="0" clrIdx="2752"/>
  <p:cmAuthor id="2754" name="bais5" initials="b" lastIdx="0" clrIdx="2753"/>
  <p:cmAuthor id="2755" name="顾朝杰" initials="gcj" lastIdx="0" clrIdx="2754"/>
  <p:cmAuthor id="2756" name="mac" initials="m" lastIdx="0" clrIdx="2755"/>
  <p:cmAuthor id="2757" name="梁光灯" initials="梁" lastIdx="0" clrIdx="2756"/>
  <p:cmAuthor id="2758" name="余洲" initials="余" lastIdx="0" clrIdx="2757"/>
  <p:cmAuthor id="2759" name="胡坤" initials="胡" lastIdx="0" clrIdx="2758"/>
  <p:cmAuthor id="2760" name="Jin yong Chang" initials="JyC" lastIdx="0" clrIdx="2759"/>
  <p:cmAuthor id="2761" name="bay" initials="b" lastIdx="0" clrIdx="2760"/>
  <p:cmAuthor id="2762" name="高 凡" initials="高" lastIdx="0" clrIdx="2761"/>
  <p:cmAuthor id="2763" name="Bai Zongwei" initials="B" lastIdx="0" clrIdx="2762"/>
  <p:cmAuthor id="2764" name="13629" initials="1" lastIdx="0" clrIdx="2763"/>
  <p:cmAuthor id="2765" name="b1487" initials="b" lastIdx="0" clrIdx="2764"/>
  <p:cmAuthor id="2766" name="刘恋" initials="刘" lastIdx="0" clrIdx="2765"/>
  <p:cmAuthor id="2767" name="10194379" initials="1" lastIdx="0" clrIdx="2766"/>
  <p:cmAuthor id="2768" name="万翔宇" initials="万" lastIdx="0" clrIdx="2767"/>
  <p:cmAuthor id="2769" name="houzhixi" initials="h" lastIdx="0" clrIdx="2768"/>
  <p:cmAuthor id="2770" name="张妙甜" initials="MiaoTian" lastIdx="0" clrIdx="2769"/>
  <p:cmAuthor id="2771" name="Gloria" initials="G" lastIdx="0" clrIdx="2770"/>
  <p:cmAuthor id="2772" name="Mag Chui" initials="MC" lastIdx="0" clrIdx="2771"/>
  <p:cmAuthor id="2773" name="雷晓旭" initials="lxx" lastIdx="0" clrIdx="2772"/>
  <p:cmAuthor id="2774" name="Angela NiZhang" initials="angzhang" lastIdx="0" clrIdx="2773"/>
  <p:cmAuthor id="2775" name="Jessie JiaxinZheng" initials="ZJJ" lastIdx="0" clrIdx="2774"/>
  <p:cmAuthor id="2776" name="fufufufu" initials="f" lastIdx="0" clrIdx="2775"/>
  <p:cmAuthor id="2777" name="罗燕珊" initials="罗" lastIdx="0" clrIdx="2776"/>
  <p:cmAuthor id="2778" name="Wang, Ju-Jing" initials="WJ" lastIdx="0" clrIdx="2777"/>
  <p:cmAuthor id="2779" name="Weijia Liu(联通集团企业发展部/法律部)" initials="WL" lastIdx="0" clrIdx="2778"/>
  <p:cmAuthor id="2780" name="unicom101" initials="u" lastIdx="0" clrIdx="2779"/>
  <p:cmAuthor id="2781" name="肖海浪" initials="肖" lastIdx="0" clrIdx="2780"/>
  <p:cmAuthor id="2782" name="ysy" initials="y" lastIdx="0" clrIdx="2781"/>
  <p:cmAuthor id="2783" name="郭旭" initials="郭" lastIdx="0" clrIdx="2782"/>
  <p:cmAuthor id="2784" name="USER631805" initials="U" lastIdx="0" clrIdx="2783"/>
  <p:cmAuthor id="2785" name="10023579" initials="1" lastIdx="0" clrIdx="2784"/>
  <p:cmAuthor id="2786" name="T" initials="T" lastIdx="0" clrIdx="2785"/>
  <p:cmAuthor id="2787" name="葛顺意" initials="葛" lastIdx="0" clrIdx="2786"/>
  <p:cmAuthor id="2788" name="何永江" initials="何" lastIdx="0" clrIdx="2787"/>
  <p:cmAuthor id="2789" name="maz" initials="m" lastIdx="0" clrIdx="2788"/>
  <p:cmAuthor id="2790" name="陈教伟" initials="陈" lastIdx="0" clrIdx="2789"/>
  <p:cmAuthor id="2791" name="cinderella" initials="c" lastIdx="0" clrIdx="2790"/>
  <p:cmAuthor id="2792" name="杨迪" initials="杨" lastIdx="0" clrIdx="2791"/>
  <p:cmAuthor id="2793" name="hankh" initials="h" lastIdx="0" clrIdx="2792"/>
  <p:cmAuthor id="2794" name="王子岩" initials="王" lastIdx="0" clrIdx="2793"/>
  <p:cmAuthor id="2795" name="tony" initials="t" lastIdx="0" clrIdx="2794"/>
  <p:cmAuthor id="2796" name="任旭东" initials="wo" lastIdx="0" clrIdx="2795"/>
  <p:cmAuthor id="2797" name="蒋瑞卿" initials="蒋" lastIdx="0" clrIdx="2796"/>
  <p:cmAuthor id="2798" name="和平" initials="和" lastIdx="0" clrIdx="2797"/>
  <p:cmAuthor id="2799" name="林 枫" initials="林" lastIdx="0" clrIdx="2798"/>
  <p:cmAuthor id="2800" name="bao balas" initials="bb" lastIdx="0" clrIdx="2799"/>
  <p:cmAuthor id="2801" name="张 骁斐" initials="张" lastIdx="0" clrIdx="2800"/>
  <p:cmAuthor id="2802" name="Forget. Mo a perdu" initials="FMap" lastIdx="0" clrIdx="2801"/>
  <p:cmAuthor id="2803" name="王妙琼" initials="MW" lastIdx="0" clrIdx="2802"/>
  <p:cmAuthor id="2804" name="KXY" initials="KXY" lastIdx="0" clrIdx="2803"/>
  <p:cmAuthor id="2805" name="Ben" initials="B" lastIdx="0" clrIdx="2804"/>
  <p:cmAuthor id="2806" name="光启" initials="光" lastIdx="0" clrIdx="2805"/>
  <p:cmAuthor id="2807" name="太海峰" initials="太" lastIdx="0" clrIdx="2806"/>
  <p:cmAuthor id="2808" name="hk z" initials="hz" lastIdx="0" clrIdx="2807"/>
  <p:cmAuthor id="2809" name="朱朱朱_EfIvmAF7" initials="authorId_236067973" lastIdx="0" clrIdx="2808"/>
  <p:cmAuthor id="2810" name="庞亦龙" initials="庞亦龙" lastIdx="0" clrIdx="2809"/>
  <p:cmAuthor id="2811" name="黄宇欣" initials="黄" lastIdx="0" clrIdx="2810"/>
  <p:cmAuthor id="2812" name="乐" initials="乐" lastIdx="0" clrIdx="2811"/>
  <p:cmAuthor id="2813" name="chensiyuan" initials="c" lastIdx="0" clrIdx="2812"/>
  <p:cmAuthor id="2814" name="zhanglanxin" initials="z" lastIdx="0" clrIdx="2813"/>
  <p:cmAuthor id="2815" name="xiehaoming" initials="xiehaoming" lastIdx="0" clrIdx="2814"/>
  <p:cmAuthor id="2816" name="Cecilia" initials="C" lastIdx="0" clrIdx="2815"/>
  <p:cmAuthor id="2817" name="xueyan" initials="x" lastIdx="0" clrIdx="2816"/>
  <p:cmAuthor id="2818" name="chenpuqiang" initials="c" lastIdx="0" clrIdx="2817"/>
  <p:cmAuthor id="2819" name="Rita" initials="R" lastIdx="0" clrIdx="2818"/>
  <p:cmAuthor id="2820" name="likeyu" initials="kk" lastIdx="0" clrIdx="2819"/>
  <p:cmAuthor id="2821" name="dingyuyuan" initials="d" lastIdx="0" clrIdx="2820"/>
  <p:cmAuthor id="2822" name="administrator" initials="ad" lastIdx="0" clrIdx="2821"/>
  <p:cmAuthor id="2823" name="kaiwen huang" initials="kh" lastIdx="0" clrIdx="2822"/>
  <p:cmAuthor id="2824" name="秀雪 贾" initials="秀贾" lastIdx="0" clrIdx="2823"/>
  <p:cmAuthor id="2825" name="贾云雁" initials="贾" lastIdx="0" clrIdx="2824"/>
  <p:cmAuthor id="2826" name="orchid" initials="o" lastIdx="0" clrIdx="2825"/>
  <p:cmAuthor id="2827" name="33505" initials="3" lastIdx="0" clrIdx="2826"/>
  <p:cmAuthor id="2828" name="cmsz" initials="c" lastIdx="0" clrIdx="2827"/>
  <p:cmAuthor id="2829" name="Aull" initials="A" lastIdx="0" clrIdx="2828"/>
  <p:cmAuthor id="2830" name="叶 锋" initials="叶" lastIdx="0" clrIdx="2829"/>
  <p:cmAuthor id="2831" name="xx_liuyun" initials="x" lastIdx="0" clrIdx="2830"/>
  <p:cmAuthor id="2832" name="徐朋浩" initials="徐" lastIdx="0" clrIdx="2831"/>
  <p:cmAuthor id="2833" name="fuxiufang" initials="f" lastIdx="0" clrIdx="2832"/>
  <p:cmAuthor id="2834" name="cmri" initials="c" lastIdx="0" clrIdx="2833"/>
  <p:cmAuthor id="2835" name="hp830" initials="h" lastIdx="0" clrIdx="2834"/>
  <p:cmAuthor id="2836" name="luoli" initials="L" lastIdx="0" clrIdx="2835"/>
  <p:cmAuthor id="2837" name="kevin.huang" initials="k" lastIdx="0" clrIdx="2836"/>
  <p:cmAuthor id="2838" name="sizhao@cmsr.cmcc" initials="S" lastIdx="0" clrIdx="2837"/>
  <p:cmAuthor id="2839" name="admin7" initials="l" lastIdx="0" clrIdx="2838"/>
  <p:cmAuthor id="2840" name="wangzhengyu" initials="w" lastIdx="0" clrIdx="2839"/>
  <p:cmAuthor id="2841" name="未知用户232" initials="未" lastIdx="0" clrIdx="2840"/>
  <p:cmAuthor id="2842" name="未知用户226" initials="未" lastIdx="0" clrIdx="2841"/>
  <p:cmAuthor id="2843" name="lp" initials="l" lastIdx="0" clrIdx="2842"/>
  <p:cmAuthor id="2844" name="FANG SUN" initials="F" lastIdx="0" clrIdx="2843"/>
  <p:cmAuthor id="2845" name="未知用户416" initials="未" lastIdx="0" clrIdx="2844"/>
  <p:cmAuthor id="2846" name="未知用户408" initials="未" lastIdx="0" clrIdx="2845"/>
  <p:cmAuthor id="2847" name="未知用户412" initials="未" lastIdx="0" clrIdx="2846"/>
  <p:cmAuthor id="2848" name="未知用户414" initials="未" lastIdx="0" clrIdx="2847"/>
  <p:cmAuthor id="2849" name="未知用户415" initials="未" lastIdx="0" clrIdx="2848"/>
  <p:cmAuthor id="2850" name="未知用户370" initials="未" lastIdx="0" clrIdx="2849"/>
  <p:cmAuthor id="2851" name="未知用户286" initials="未" lastIdx="0" clrIdx="2850"/>
  <p:cmAuthor id="2852" name="未知用户352" initials="未" lastIdx="0" clrIdx="2851"/>
  <p:cmAuthor id="2853" name="未知用户353" initials="未" lastIdx="0" clrIdx="2852"/>
  <p:cmAuthor id="2854" name="未知用户355" initials="未" lastIdx="0" clrIdx="2853"/>
  <p:cmAuthor id="2855" name="未知用户357" initials="未" lastIdx="0" clrIdx="2854"/>
  <p:cmAuthor id="2856" name="未知用户362" initials="未" lastIdx="0" clrIdx="2855"/>
  <p:cmAuthor id="2857" name="未知用户483" initials="未" lastIdx="0" clrIdx="2856"/>
  <p:cmAuthor id="2858" name="孟伟1" initials="孟" lastIdx="0" clrIdx="2857"/>
  <p:cmAuthor id="2859" name="wuxiaoqiang@sx.cmcc" initials="wuxiaoqiang@sx.cmcc" lastIdx="0" clrIdx="2858"/>
  <p:cmAuthor id="2860" name="未知用户390" initials="未" lastIdx="0" clrIdx="2859"/>
  <p:cmAuthor id="2861" name="未知用户391" initials="未" lastIdx="0" clrIdx="2860"/>
  <p:cmAuthor id="2862" name="未知用户394" initials="未" lastIdx="0" clrIdx="2861"/>
  <p:cmAuthor id="2863" name="未知用户395" initials="未" lastIdx="0" clrIdx="2862"/>
  <p:cmAuthor id="2864" name="未知用户407" initials="未" lastIdx="0" clrIdx="2863"/>
  <p:cmAuthor id="2865" name="13603" initials="1" lastIdx="0" clrIdx="2864"/>
  <p:cmAuthor id="2866" name="未知用户420" initials="未" lastIdx="0" clrIdx="2865"/>
  <p:cmAuthor id="2867" name="HZS00" initials="H" lastIdx="0" clrIdx="2866"/>
  <p:cmAuthor id="2868" name="wenle369@sina.com" initials="w" lastIdx="0" clrIdx="2867"/>
  <p:cmAuthor id="2869" name="554154816@qq.com" initials="5" lastIdx="0" clrIdx="2868"/>
  <p:cmAuthor id="2870" name="Hui" initials="H" lastIdx="0" clrIdx="2869"/>
  <p:cmAuthor id="2871" name="郭婧" initials="郭" lastIdx="0" clrIdx="2870"/>
  <p:cmAuthor id="2872" name="郭雨婷" initials="郭" lastIdx="0" clrIdx="2871"/>
  <p:cmAuthor id="2873" name="bian" initials="b" lastIdx="0" clrIdx="2872"/>
  <p:cmAuthor id="2874" name="akxijiayi@xj.cmcc" initials="a" lastIdx="0" clrIdx="2873"/>
  <p:cmAuthor id="2875" name="志强 温" initials="志强" lastIdx="0" clrIdx="2874"/>
  <p:cmAuthor id="2876" name="wl_cm" initials="w" lastIdx="0" clrIdx="2875"/>
  <p:cmAuthor id="2877" name="Tianran" initials="T" lastIdx="0" clrIdx="2876"/>
  <p:cmAuthor id="2878" name="gaojg02" initials="g" lastIdx="0" clrIdx="2877"/>
  <p:cmAuthor id="2879" name="核保" initials="核" lastIdx="0" clrIdx="2878"/>
  <p:cmAuthor id="2880" name="杨涛-lah" initials="杨" lastIdx="0" clrIdx="2879"/>
  <p:cmAuthor id="2881" name="kp l" initials="k" lastIdx="0" clrIdx="2880"/>
  <p:cmAuthor id="2882" name="pan'jin'mu" initials="p" lastIdx="0" clrIdx="2881"/>
  <p:cmAuthor id="2883" name="wanghao31" initials="w" lastIdx="0" clrIdx="2882"/>
  <p:cmAuthor id="2884" name="zhouyiming" initials="z" lastIdx="0" clrIdx="2883"/>
  <p:cmAuthor id="2885" name="ozg106" initials="o" lastIdx="0" clrIdx="2884"/>
  <p:cmAuthor id="2886" name="柳 先涛" initials="柳" lastIdx="0" clrIdx="2885"/>
  <p:cmAuthor id="2887" name="18043170808" initials="1" lastIdx="0" clrIdx="2886"/>
  <p:cmAuthor id="2888" name="齐登宝" initials="齐" lastIdx="0" clrIdx="2887"/>
  <p:cmAuthor id="2889" name="X u" initials="Xu" lastIdx="0" clrIdx="2888"/>
  <p:cmAuthor id="2890" name="chen yong" initials="cy" lastIdx="0" clrIdx="2889"/>
  <p:cmAuthor id="2891" name="Rhine" initials="R" lastIdx="0" clrIdx="2890"/>
  <p:cmAuthor id="2892" name="刘 一平" initials="刘" lastIdx="0" clrIdx="2891"/>
  <p:cmAuthor id="2893" name="su liqin" initials="sl" lastIdx="0" clrIdx="2892"/>
  <p:cmAuthor id="2894" name="李保印" initials="李" lastIdx="0" clrIdx="2893"/>
  <p:cmAuthor id="2895" name="huang" initials="h" lastIdx="0" clrIdx="2894"/>
  <p:cmAuthor id="2896" name="郎蕊" initials="郎" lastIdx="0" clrIdx="2895"/>
  <p:cmAuthor id="2897" name="史蒂芬" initials="史蒂芬" lastIdx="0" clrIdx="2896"/>
  <p:cmAuthor id="2898" name="julien" initials="j" lastIdx="0" clrIdx="2897"/>
  <p:cmAuthor id="2899" name="zxj" initials="z" lastIdx="0" clrIdx="2898"/>
  <p:cmAuthor id="2900" name="ligengyu" initials="l" lastIdx="0" clrIdx="2899"/>
  <p:cmAuthor id="2901" name="yanhexin" initials="y" lastIdx="0" clrIdx="2900"/>
  <p:cmAuthor id="2902" name="sunyufang" initials="s" lastIdx="0" clrIdx="2901"/>
  <p:cmAuthor id="2903" name="Wangbing (I)" initials="W(" lastIdx="0" clrIdx="2902"/>
  <p:cmAuthor id="2904" name="郑 颖" initials="郑" lastIdx="0" clrIdx="2903"/>
  <p:cmAuthor id="2905" name="Li, Siyu" initials="L" lastIdx="0" clrIdx="2904"/>
  <p:cmAuthor id="2906" name="hl chen" initials="hc" lastIdx="0" clrIdx="2905"/>
  <p:cmAuthor id="2907" name="大量" initials="大量" lastIdx="0" clrIdx="2906"/>
  <p:cmAuthor id="2908" name="wangchao" initials="w" lastIdx="0" clrIdx="2907"/>
  <p:cmAuthor id="2909" name="宝玉 张" initials="宝张" lastIdx="0" clrIdx="2908"/>
  <p:cmAuthor id="2910" name="xiaofeng" initials="x" lastIdx="0" clrIdx="2909"/>
  <p:cmAuthor id="2911" name="xulii" initials="x" lastIdx="0" clrIdx="2910"/>
  <p:cmAuthor id="2912" name="李 雨桐" initials="李" lastIdx="0" clrIdx="2911"/>
  <p:cmAuthor id="2913" name="董 熙伟" initials="董" lastIdx="0" clrIdx="2912"/>
  <p:cmAuthor id="2914" name="郑 好" initials="郑" lastIdx="0" clrIdx="2913"/>
  <p:cmAuthor id="2915" name="Fantasy" initials="F" lastIdx="0" clrIdx="2914"/>
  <p:cmAuthor id="2916" name="yaohuijuan " initials="c" lastIdx="0" clrIdx="2915"/>
  <p:cmAuthor id="2917" name="Eraser-CV_732yNZVB" initials="authorId_935319539" lastIdx="0" clrIdx="2916"/>
  <p:cmAuthor id="2918" name="xuli" initials="x" lastIdx="0" clrIdx="2917"/>
  <p:cmAuthor id="2919" name="1761942449@qq.com" initials="1" lastIdx="0" clrIdx="2918"/>
  <p:cmAuthor id="2920" name="gaofuying" initials="x" lastIdx="0" clrIdx="2919"/>
  <p:cmAuthor id="2921" name="贾宏波" initials="J" lastIdx="0" clrIdx="2920"/>
  <p:cmAuthor id="2922" name="罗 冰" initials="罗" lastIdx="0" clrIdx="2921"/>
  <p:cmAuthor id="2923" name="陈艳民" initials="xb21cn" lastIdx="0" clrIdx="2922"/>
  <p:cmAuthor id="2924" name="樊鲲鹏" initials="樊" lastIdx="0" clrIdx="2923"/>
  <p:cmAuthor id="2925" name="黄黎" initials="黄" lastIdx="0" clrIdx="2924"/>
  <p:cmAuthor id="2926" name="郭丽" initials="郭" lastIdx="0" clrIdx="2925"/>
  <p:cmAuthor id="2927" name="Karen L Yu" initials="K" lastIdx="0" clrIdx="2926"/>
  <p:cmAuthor id="2928" name="D-N" initials="D" lastIdx="0" clrIdx="2927"/>
  <p:cmAuthor id="2929" name="胡成飞" initials="胡" lastIdx="0" clrIdx="2928"/>
  <p:cmAuthor id="2930" name="刘现民" initials="刘" lastIdx="0" clrIdx="2929"/>
  <p:cmAuthor id="2931" name="jhw" initials="j" lastIdx="0" clrIdx="2930"/>
  <p:cmAuthor id="2932" name="wuminghao" initials="w" lastIdx="0" clrIdx="2931"/>
  <p:cmAuthor id="2933" name="Kas Won" initials="K" lastIdx="0" clrIdx="2932"/>
  <p:cmAuthor id="2934" name="孟楚" initials="孟" lastIdx="0" clrIdx="2933"/>
  <p:cmAuthor id="2935" name="ymf" initials="y" lastIdx="0" clrIdx="2934"/>
  <p:cmAuthor id="2936" name="韩靓" initials="韩靓" lastIdx="0" clrIdx="2935"/>
  <p:cmAuthor id="2937" name="姜来" initials="姜" lastIdx="0" clrIdx="2936"/>
  <p:cmAuthor id="2938" name="培源" initials="培源" lastIdx="0" clrIdx="2937"/>
  <p:cmAuthor id="2939" name="但佳" initials="但" lastIdx="0" clrIdx="2938"/>
  <p:cmAuthor id="2940" name="止夏末" initials="止" lastIdx="0" clrIdx="2939"/>
  <p:cmAuthor id="2941" name="原全新" initials="原" lastIdx="0" clrIdx="2940"/>
  <p:cmAuthor id="2942" name="guoning" initials="g" lastIdx="0" clrIdx="2941"/>
  <p:cmAuthor id="2943" name="Lin Liang Wei 林梁伟" initials="LLW林" lastIdx="0" clrIdx="2942"/>
  <p:cmAuthor id="2944" name="邢亚楠" initials="邢" lastIdx="0" clrIdx="2943"/>
  <p:cmAuthor id="2945" name="XF" initials="X" lastIdx="0" clrIdx="2944"/>
  <p:cmAuthor id="2946" name="魏桢" initials="魏" lastIdx="0" clrIdx="2945"/>
  <p:cmAuthor id="2947" name="陕西省图书馆" initials="陕" lastIdx="0" clrIdx="2946"/>
  <p:cmAuthor id="2948" name="luna" initials="l" lastIdx="0" clrIdx="2947"/>
  <p:cmAuthor id="2949" name="86133" initials="8" lastIdx="0" clrIdx="2948"/>
  <p:cmAuthor id="2950" name="10339982" initials="1" lastIdx="0" clrIdx="2949"/>
  <p:cmAuthor id="2951" name="10005481" initials="1" lastIdx="0" clrIdx="2950"/>
  <p:cmAuthor id="2952" name="王波10142735" initials="王" lastIdx="0" clrIdx="2951"/>
  <p:cmAuthor id="2953" name="David Morgan (HI)" initials="D" lastIdx="0" clrIdx="2952"/>
  <p:cmAuthor id="2954" name="Kate Sillitoe (HI)" initials="K" lastIdx="0" clrIdx="2953"/>
  <p:cmAuthor id="2955" name="杨玉东" initials="8" lastIdx="0" clrIdx="2954"/>
  <p:cmAuthor id="2956" name="miaott" initials="m" lastIdx="0" clrIdx="2955"/>
  <p:cmAuthor id="2957" name="zhaoby01" initials="z" lastIdx="0" clrIdx="2956"/>
  <p:cmAuthor id="2958" name="Lydia" initials="L" lastIdx="0" clrIdx="2957"/>
  <p:cmAuthor id="2959" name="fengyuan03" initials="f" lastIdx="0" clrIdx="2958"/>
  <p:cmAuthor id="2960" name="李永丰" initials="李" lastIdx="0" clrIdx="2959"/>
  <p:cmAuthor id="2961" name="李 东科" initials="李" lastIdx="0" clrIdx="2960"/>
  <p:cmAuthor id="2962" name="何富军" initials="何" lastIdx="0" clrIdx="2961"/>
  <p:cmAuthor id="2963" name="闫秀丽" initials="闫" lastIdx="0" clrIdx="2962"/>
  <p:cmAuthor id="2964" name="qatr130" initials="q" lastIdx="0" clrIdx="2963"/>
  <p:cmAuthor id="2965" name="johnさん雲起" initials="j" lastIdx="0" clrIdx="2964"/>
  <p:cmAuthor id="2966" name="橙子" initials="橙" lastIdx="0" clrIdx="2965"/>
  <p:cmAuthor id="2967" name="hbpan" initials="h" lastIdx="0" clrIdx="2966"/>
  <p:cmAuthor id="2968" name="过 去" initials="过" lastIdx="0" clrIdx="2967"/>
  <p:cmAuthor id="2969" name="ChinaUser" initials="C" lastIdx="0" clrIdx="2968"/>
  <p:cmAuthor id="2970" name="10073055" initials="1" lastIdx="0" clrIdx="2969"/>
  <p:cmAuthor id="2971" name="linkplus" initials="l" lastIdx="0" clrIdx="2970"/>
  <p:cmAuthor id="2972" name="☜心蓝☞" initials="☜" lastIdx="0" clrIdx="2971"/>
  <p:cmAuthor id="2973" name="裴煜" initials="裴" lastIdx="0" clrIdx="2972"/>
  <p:cmAuthor id="2974" name="在水一方" initials="在" lastIdx="0" clrIdx="2973"/>
  <p:cmAuthor id="2975" name="小明" initials="小" lastIdx="0" clrIdx="2974"/>
  <p:cmAuthor id="2976" name="alen" initials="a" lastIdx="0" clrIdx="2975"/>
  <p:cmAuthor id="2977" name="王 一鸣" initials="王" lastIdx="0" clrIdx="2976"/>
  <p:cmAuthor id="2978" name="任俊宣" initials="任" lastIdx="0" clrIdx="2977"/>
  <p:cmAuthor id="2979" name="宝宝乖WY" initials="宝" lastIdx="0" clrIdx="2978"/>
  <p:cmAuthor id="2980" name="lzp1228" initials="l" lastIdx="0" clrIdx="2979"/>
  <p:cmAuthor id="2981" name="?定义" initials="?" lastIdx="0" clrIdx="2980"/>
  <p:cmAuthor id="2982" name="tkadmin" initials="t" lastIdx="0" clrIdx="2981"/>
  <p:cmAuthor id="2983" name="李红钢" initials="李" lastIdx="0" clrIdx="2982"/>
  <p:cmAuthor id="2984" name="ht guo" initials="h" lastIdx="0" clrIdx="2983"/>
  <p:cmAuthor id="2985" name="孙璐璐" initials="孙" lastIdx="0" clrIdx="2984"/>
  <p:cmAuthor id="2986" name="梁潇-lhq" initials="梁" lastIdx="0" clrIdx="2985"/>
  <p:cmAuthor id="2987" name="超乎想象" initials="超" lastIdx="0" clrIdx="2986"/>
  <p:cmAuthor id="2988" name="Ellen" initials="E" lastIdx="0" clrIdx="2987"/>
  <p:cmAuthor id="2989" name="yangying73" initials="y" lastIdx="0" clrIdx="2988"/>
  <p:cmAuthor id="2990" name="sivaram" initials="s" lastIdx="0" clrIdx="2989"/>
  <p:cmAuthor id="2991" name="Office 365" initials="O" lastIdx="0" clrIdx="2990"/>
  <p:cmAuthor id="2992" name="陈浩" initials="陈" lastIdx="0" clrIdx="2991"/>
  <p:cmAuthor id="2993" name="吴 小丽" initials="吴" lastIdx="0" clrIdx="2992"/>
  <p:cmAuthor id="2994" name="zhangmh@httz.cc" initials="z" lastIdx="0" clrIdx="2993"/>
  <p:cmAuthor id="2995" name="果木园" initials="果" lastIdx="0" clrIdx="2994"/>
  <p:cmAuthor id="2996" name="朱明霞" initials="朱" lastIdx="0" clrIdx="2995"/>
  <p:cmAuthor id="2997" name="张爱斌Carwyn酱" initials="张" lastIdx="0" clrIdx="2996"/>
  <p:cmAuthor id="2998" name="叶茂甫" initials="叶" lastIdx="0" clrIdx="2997"/>
  <p:cmAuthor id="2999" name="张洲萌" initials="张" lastIdx="0" clrIdx="2998"/>
  <p:cmAuthor id="3000" name="BIAN Mengyan" initials="B" lastIdx="0" clrIdx="2999"/>
  <p:cmAuthor id="3001" name="王芳" initials="王" lastIdx="0" clrIdx="3000"/>
  <p:cmAuthor id="3002" name="盖珂" initials="GK" lastIdx="0" clrIdx="3001"/>
  <p:cmAuthor id="3003" name="1qchengnan" initials="1" lastIdx="0" clrIdx="3002"/>
  <p:cmAuthor id="3004" name="曼 王" initials="曼王" lastIdx="0" clrIdx="3003"/>
  <p:cmAuthor id="3005" name="office2016mac05452" initials="o" lastIdx="0" clrIdx="3004"/>
  <p:cmAuthor id="3006" name="刘晓富" initials="User" lastIdx="0" clrIdx="3005"/>
  <p:cmAuthor id="3007" name="未知用户338" initials="未" lastIdx="0" clrIdx="3006"/>
  <p:cmAuthor id="3008" name="远 姚" initials="远" lastIdx="0" clrIdx="3007"/>
  <p:cmAuthor id="3009" name="未知用户331" initials="未" lastIdx="0" clrIdx="3008"/>
  <p:cmAuthor id="3010" name="未知用户223" initials="未" lastIdx="0" clrIdx="3009"/>
  <p:cmAuthor id="3011" name="未知用户225" initials="未" lastIdx="0" clrIdx="3010"/>
  <p:cmAuthor id="3012" name="许 爽" initials="许" lastIdx="0" clrIdx="3011"/>
  <p:cmAuthor id="3013" name="未知用户336" initials="未" lastIdx="0" clrIdx="3012"/>
  <p:cmAuthor id="3014" name="未知用户328" initials="未" lastIdx="0" clrIdx="3013"/>
  <p:cmAuthor id="3015" name="未知用户335" initials="未" lastIdx="0" clrIdx="3014"/>
  <p:cmAuthor id="3016" name="未知用户273" initials="未" lastIdx="0" clrIdx="3015"/>
  <p:cmAuthor id="3017" name="未知用户274" initials="未" lastIdx="0" clrIdx="3016"/>
  <p:cmAuthor id="3018" name="小耳朵图图" initials="小" lastIdx="0" clrIdx="3017"/>
  <p:cmAuthor id="3019" name="未知用户247" initials="未" lastIdx="0" clrIdx="3018"/>
  <p:cmAuthor id="3020" name="未知用户251" initials="未" lastIdx="0" clrIdx="3019"/>
  <p:cmAuthor id="3021" name="未知用户252" initials="未" lastIdx="0" clrIdx="3020"/>
  <p:cmAuthor id="3022" name="未知用户253" initials="未" lastIdx="0" clrIdx="3021"/>
  <p:cmAuthor id="3023" name="未知用户254" initials="未" lastIdx="0" clrIdx="3022"/>
  <p:cmAuthor id="3024" name="未知用户275" initials="未" lastIdx="0" clrIdx="3023"/>
  <p:cmAuthor id="3025" name="未知用户264" initials="未" lastIdx="0" clrIdx="3024"/>
  <p:cmAuthor id="3026" name="未知用户359" initials="未" lastIdx="0" clrIdx="3025"/>
  <p:cmAuthor id="3027" name="未知用户360" initials="未" lastIdx="0" clrIdx="3026"/>
  <p:cmAuthor id="3028" name="未知用户361" initials="未" lastIdx="0" clrIdx="3027"/>
  <p:cmAuthor id="3029" name="未知用户329" initials="未" lastIdx="0" clrIdx="3028"/>
  <p:cmAuthor id="3030" name="未知用户334" initials="未" lastIdx="0" clrIdx="3029"/>
  <p:cmAuthor id="3031" name="未知用户340" initials="未" lastIdx="0" clrIdx="3030"/>
  <p:cmAuthor id="3032" name="未知用户341" initials="未" lastIdx="0" clrIdx="3031"/>
  <p:cmAuthor id="3033" name="未知用户342" initials="未" lastIdx="0" clrIdx="3032"/>
  <p:cmAuthor id="3034" name="wh" initials="w" lastIdx="0" clrIdx="3033"/>
  <p:cmAuthor id="3035" name="景志清" initials="景" lastIdx="0" clrIdx="3034"/>
  <p:cmAuthor id="3036" name="郭成报" initials="郭" lastIdx="0" clrIdx="3035"/>
  <p:cmAuthor id="3037" name="谢静波" initials="谢" lastIdx="0" clrIdx="3036"/>
  <p:cmAuthor id="3038" name="zcy" initials="z" lastIdx="0" clrIdx="3037"/>
  <p:cmAuthor id="3039" name="zhang li" initials="z" lastIdx="0" clrIdx="3038"/>
  <p:cmAuthor id="3040" name="刘明政" initials="刘" lastIdx="0" clrIdx="3039"/>
  <p:cmAuthor id="3041" name="wfbs" initials="w" lastIdx="0" clrIdx="3040"/>
  <p:cmAuthor id="3042" name="zhouyangfan" initials="z" lastIdx="0" clrIdx="3041"/>
  <p:cmAuthor id="3043" name="PPTer_Tang" initials="P" lastIdx="0" clrIdx="3042"/>
  <p:cmAuthor id="3044" name="8613250766486" initials="8" lastIdx="0" clrIdx="3043"/>
  <p:cmAuthor id="3045" name="丁喆彤" initials="丁" lastIdx="0" clrIdx="3044"/>
  <p:cmAuthor id="3046" name="Eliva Sun" initials="E" lastIdx="0" clrIdx="3045"/>
  <p:cmAuthor id="3047" name="hainan zheng" initials="h" lastIdx="0" clrIdx="3046"/>
  <p:cmAuthor id="3048" name="gayxb" initials="g" lastIdx="0" clrIdx="3047"/>
  <p:cmAuthor id="3049" name="lish54" initials="l" lastIdx="0" clrIdx="3048"/>
  <p:cmAuthor id="3050" name="yiwei zhu" initials="y" lastIdx="0" clrIdx="3049"/>
  <p:cmAuthor id="3051" name="殷 积波" initials="殷" lastIdx="0" clrIdx="3050"/>
  <p:cmAuthor id="3052" name="启浩" initials="启" lastIdx="0" clrIdx="3051"/>
  <p:cmAuthor id="3053" name="袨?嗴?傤?" initials="袨" lastIdx="0" clrIdx="3052"/>
  <p:cmAuthor id="3054" name="林玲 郑" initials="林" lastIdx="0" clrIdx="3053"/>
  <p:cmAuthor id="3055" name="志刚 赵" initials="志" lastIdx="0" clrIdx="3054"/>
  <p:cmAuthor id="3056" name="catlaohu" initials="c" lastIdx="0" clrIdx="3055"/>
  <p:cmAuthor id="3057" name="崔冶鸣（内蒙古英才管培生）" initials="崔" lastIdx="0" clrIdx="3056"/>
  <p:cmAuthor id="3058" name="13954" initials="1" lastIdx="0" clrIdx="3057"/>
  <p:cmAuthor id="3059" name="张逸晨" initials="张" lastIdx="0" clrIdx="3058"/>
  <p:cmAuthor id="3060" name="sizx" initials="s" lastIdx="0" clrIdx="3059"/>
  <p:cmAuthor id="3061" name="雨林木风" initials="雨" lastIdx="0" clrIdx="3060"/>
  <p:cmAuthor id="3062" name="张洁01-lhq" initials="张" lastIdx="0" clrIdx="3061"/>
  <p:cmAuthor id="3063" name="池依曼" initials="池" lastIdx="0" clrIdx="3062"/>
  <p:cmAuthor id="3064" name="亚运 曹" initials="亚" lastIdx="0" clrIdx="3063"/>
  <p:cmAuthor id="3065" name="富德生命人寿" initials="富" lastIdx="0" clrIdx="3064"/>
  <p:cmAuthor id="3066" name="袁缘" initials="袁" lastIdx="0" clrIdx="3065"/>
  <p:cmAuthor id="3067" name="Xzjd" initials="X" lastIdx="0" clrIdx="3066"/>
  <p:cmAuthor id="3068" name="a1270005862@outlook.com" initials="a" lastIdx="0" clrIdx="3067"/>
  <p:cmAuthor id="3069" name="超 胡" initials="超" lastIdx="0" clrIdx="3068"/>
  <p:cmAuthor id="3070" name="秦滔" initials="w" lastIdx="0" clrIdx="3069"/>
  <p:cmAuthor id="3071" name="China" initials="C" lastIdx="0" clrIdx="3070"/>
  <p:cmAuthor id="3072" name="黄楹" initials="黄楹" lastIdx="0" clrIdx="3071"/>
  <p:cmAuthor id="3073" name="张洁" initials="张" lastIdx="0" clrIdx="3072"/>
  <p:cmAuthor id="3074" name="lin xuanyu" initials="lx" lastIdx="0" clrIdx="3073"/>
  <p:cmAuthor id="3075" name="老石" initials="老" lastIdx="0" clrIdx="3074"/>
  <p:cmAuthor id="3076" name="Huang" initials="H" lastIdx="0" clrIdx="3075"/>
  <p:cmAuthor id="3077" name="asus" initials="a" lastIdx="0" clrIdx="3076"/>
  <p:cmAuthor id="3078" name="Kong FUN" initials="KF" lastIdx="0" clrIdx="3077"/>
  <p:cmAuthor id="3079" name="bokite" initials="b" lastIdx="0" clrIdx="3078"/>
  <p:cmAuthor id="3080" name="山西公司集团客户部季文海" initials="山" lastIdx="0" clrIdx="3079"/>
  <p:cmAuthor id="3081" name="10084783" initials="1" lastIdx="0" clrIdx="3080"/>
  <p:cmAuthor id="3082" name="10196350" initials="rule" lastIdx="0" clrIdx="3081"/>
  <p:cmAuthor id="3083" name="WH" initials="W" lastIdx="0" clrIdx="3082"/>
  <p:cmAuthor id="3084" name="吕珍贻|lvzhenyi" initials="吕" lastIdx="0" clrIdx="3083"/>
  <p:cmAuthor id="3085" name="xtt" initials="x" lastIdx="0" clrIdx="3084"/>
  <p:cmAuthor id="3086" name="启美 魏" initials="启魏" lastIdx="0" clrIdx="3085"/>
  <p:cmAuthor id="3087" name="齐晓虹10024015" initials="齐晓虹10024015" lastIdx="0" clrIdx="3086"/>
  <p:cmAuthor id="3088" name="10308000" initials="1" lastIdx="0" clrIdx="3087"/>
  <p:cmAuthor id="3089" name="李 宁" initials="李" lastIdx="0" clrIdx="3088"/>
  <p:cmAuthor id="3090" name="tangrh" initials="tangrh" lastIdx="0" clrIdx="3089"/>
  <p:cmAuthor id="3091" name="武姗姗" initials="A" lastIdx="0" clrIdx="3090"/>
  <p:cmAuthor id="3092" name="柏 华" initials="柏" lastIdx="0" clrIdx="3091"/>
  <p:cmAuthor id="3093" name="WPS_1559632127" initials="W" lastIdx="0" clrIdx="3092"/>
  <p:cmAuthor id="3094" name="陪我看日出" initials="陪" lastIdx="0" clrIdx="3093"/>
  <p:cmAuthor id="3095" name="祁峰" initials="l" lastIdx="0" clrIdx="3094"/>
  <p:cmAuthor id="3096" name="刘筱晔" initials="LXY" lastIdx="0" clrIdx="3095"/>
  <p:cmAuthor id="3097" name="Qi Sun" initials="QS" lastIdx="0" clrIdx="3096"/>
  <p:cmAuthor id="3098" name="zhangzhiwu" initials="z" lastIdx="0" clrIdx="3097"/>
  <p:cmAuthor id="3099" name="zhang xingwei" initials="zx" lastIdx="0" clrIdx="3098"/>
  <p:cmAuthor id="3100" name="田维康" initials="田" lastIdx="0" clrIdx="3099"/>
  <p:cmAuthor id="3101" name="LW" initials="L" lastIdx="0" clrIdx="3100"/>
  <p:cmAuthor id="3102" name="东方_b3dea543bad08e97" initials="东" lastIdx="0" clrIdx="3101"/>
  <p:cmAuthor id="3103" name="吴艳芹" initials="Y" lastIdx="0" clrIdx="3102"/>
  <p:cmAuthor id="3104" name="G.S.7" initials="G" lastIdx="0" clrIdx="3103"/>
  <p:cmAuthor id="3105" name="wangmengxing" initials="w" lastIdx="0" clrIdx="3104"/>
  <p:cmAuthor id="3106" name="邹洋" initials="邹" lastIdx="0" clrIdx="3105"/>
  <p:cmAuthor id="3107" name="没事偷着乐" initials="没" lastIdx="0" clrIdx="3106"/>
  <p:cmAuthor id="3108" name="Christian Boris" initials="CB" lastIdx="0" clrIdx="3107"/>
  <p:cmAuthor id="3109" name="陈伟" initials="陈" lastIdx="0" clrIdx="3108"/>
  <p:cmAuthor id="3110" name="林" initials="林" lastIdx="0" clrIdx="3109"/>
  <p:cmAuthor id="3111" name="无" initials="无" lastIdx="0" clrIdx="3110"/>
  <p:cmAuthor id="3112" name="sophia" initials="s" lastIdx="0" clrIdx="3111"/>
  <p:cmAuthor id="3113" name="yanchenrui@hq.cmcc" initials="yanchenrui@hq.cmcc" lastIdx="0" clrIdx="3112"/>
  <p:cmAuthor id="3114" name="王海静" initials="whj" lastIdx="0" clrIdx="3113"/>
  <p:cmAuthor id="3115" name="宁海蓉" initials="海蓉" lastIdx="0" clrIdx="3114"/>
  <p:cmAuthor id="3116" name="小碰" initials="小" lastIdx="0" clrIdx="3115"/>
  <p:cmAuthor id="3117" name="Teloseness" initials="T" lastIdx="0" clrIdx="3116"/>
  <p:cmAuthor id="3118" name="Ye Ouyang" initials="YO" lastIdx="0" clrIdx="3117"/>
  <p:cmAuthor id="3119" name="652003960@qq.com" initials="6" lastIdx="0" clrIdx="3118"/>
  <p:cmAuthor id="3120" name="guangjian hou" initials="gh" lastIdx="0" clrIdx="3119"/>
  <p:cmAuthor id="3121" name="黄薇（IT）" initials="l" lastIdx="0" clrIdx="3120"/>
  <p:cmAuthor id="3122" name="alexw" initials="a" lastIdx="0" clrIdx="3121"/>
  <p:cmAuthor id="3123" name="cs" initials="x" lastIdx="0" clrIdx="3122"/>
  <p:cmAuthor id="3124" name="孟令坤" initials="MLK" lastIdx="0" clrIdx="3123"/>
  <p:cmAuthor id="3125" name="cc" initials="MOU" lastIdx="0" clrIdx="3124"/>
  <p:cmAuthor id="3126" name="魏桦10133034" initials="魏桦10133034" lastIdx="0" clrIdx="3125"/>
  <p:cmAuthor id="3127" name="00110427" initials="0" lastIdx="0" clrIdx="3126"/>
  <p:cmAuthor id="3128" name="10010179" initials="SSS" lastIdx="0" clrIdx="3127"/>
  <p:cmAuthor id="3129" name="谭 远祥" initials="" lastIdx="0" clrIdx="3128"/>
  <p:cmAuthor id="3130" name="lt2020" initials="l" lastIdx="0" clrIdx="3129"/>
  <p:cmAuthor id="3131" name="sean8" initials="s" lastIdx="0" clrIdx="3130"/>
  <p:cmAuthor id="3132" name="Echo" initials="E" lastIdx="0" clrIdx="3131"/>
  <p:cmAuthor id="3133" name="曾濂 赖" initials="曾濂" lastIdx="0" clrIdx="3132"/>
  <p:cmAuthor id="3134" name="谭远祥" initials="谭远祥" lastIdx="0" clrIdx="3133"/>
  <p:cmAuthor id="3135" name="刘幸灵" initials="刘" lastIdx="0" clrIdx="3134"/>
  <p:cmAuthor id="3136" name="果果 林" initials="果林" lastIdx="0" clrIdx="3135"/>
  <p:cmAuthor id="3137" name="白李霞" initials="白" lastIdx="0" clrIdx="3136"/>
  <p:cmAuthor id="3138" name="Kelly Hewins" initials="K" lastIdx="0" clrIdx="3137"/>
  <p:cmAuthor id="3139" name="Yumin Li" initials="YL" lastIdx="0" clrIdx="3138"/>
  <p:cmAuthor id="3140" name="zengmj8" initials="z" lastIdx="0" clrIdx="3139"/>
  <p:cmAuthor id="3141" name="备注" initials="A" lastIdx="0" clrIdx="3140"/>
  <p:cmAuthor id="3142" name="wangrx" initials="w" lastIdx="0" clrIdx="3141"/>
  <p:cmAuthor id="3143" name="-" initials="-" lastIdx="0" clrIdx="3142"/>
  <p:cmAuthor id="3144" name="李政龙" initials="李" lastIdx="0" clrIdx="3143"/>
  <p:cmAuthor id="3145" name="Nickey" initials="N" lastIdx="0" clrIdx="3144"/>
  <p:cmAuthor id="3146" name="GBR-_-" initials="G" lastIdx="0" clrIdx="3145"/>
  <p:cmAuthor id="3147" name="huangzn" initials="h" lastIdx="0" clrIdx="3146"/>
  <p:cmAuthor id="3148" name="宋亮亮" initials="宋" lastIdx="0" clrIdx="3147"/>
  <p:cmAuthor id="3149" name="金高波" initials="金" lastIdx="0" clrIdx="3148"/>
  <p:cmAuthor id="3150" name="yyx" initials="y" lastIdx="0" clrIdx="3149"/>
  <p:cmAuthor id="3151" name="黎颖" initials="黎" lastIdx="0" clrIdx="3150"/>
  <p:cmAuthor id="3152" name="卫秋婷" initials="卫" lastIdx="0" clrIdx="3151"/>
  <p:cmAuthor id="3153" name="李晓蔓" initials="李" lastIdx="0" clrIdx="3152"/>
  <p:cmAuthor id="3154" name="张晶" initials="张" lastIdx="0" clrIdx="3153"/>
  <p:cmAuthor id="3155" name="叶悦怡" initials="叶" lastIdx="0" clrIdx="3154"/>
  <p:cmAuthor id="3156" name="nick" initials="n" lastIdx="0" clrIdx="3155"/>
  <p:cmAuthor id="3157" name="李凌寒" initials="李凌寒" lastIdx="0" clrIdx="3156"/>
  <p:cmAuthor id="3158" name="邢燕" initials="u" lastIdx="0" clrIdx="3157"/>
  <p:cmAuthor id="3159" name="陈姊昀" initials="陈" lastIdx="0" clrIdx="3158"/>
  <p:cmAuthor id="3160" name="吖细 " initials="吖" lastIdx="0" clrIdx="3159"/>
  <p:cmAuthor id="3161" name="华为" initials="华" lastIdx="0" clrIdx="3160"/>
  <p:cmAuthor id="3162" name="郑 莉君" initials="郑" lastIdx="0" clrIdx="3161"/>
  <p:cmAuthor id="3163" name="冷威" initials="冷" lastIdx="0" clrIdx="3162"/>
  <p:cmAuthor id="3164" name="Hansolo" initials="authorId_1145224894" lastIdx="0" clrIdx="3163"/>
  <p:cmAuthor id="3165" name="min zhang" initials="mz" lastIdx="0" clrIdx="3164"/>
  <p:cmAuthor id="3166" name="刘国" initials="刘" lastIdx="0" clrIdx="3165"/>
  <p:cmAuthor id="3167" name="柳慧" initials="慧" lastIdx="0" clrIdx="3166"/>
  <p:cmAuthor id="3168" name="婷" initials="婷" lastIdx="0" clrIdx="3167"/>
  <p:cmAuthor id="3169" name="t zhong" initials="tz" lastIdx="0" clrIdx="3168"/>
  <p:cmAuthor id="3170" name="吕雪峰" initials="l" lastIdx="0" clrIdx="3169"/>
  <p:cmAuthor id="3171" name="zhang yifei" initials="zy" lastIdx="0" clrIdx="3170"/>
  <p:cmAuthor id="3172" name="moliemylin" initials="m" lastIdx="0" clrIdx="3171"/>
  <p:cmAuthor id="3173" name="Xinxchen" initials="X" lastIdx="0" clrIdx="3172"/>
  <p:cmAuthor id="3174" name="S0209388" initials="S" lastIdx="0" clrIdx="3173"/>
  <p:cmAuthor id="3175" name="ShiauHuaSun" initials="S" lastIdx="0" clrIdx="3174"/>
  <p:cmAuthor id="3176" name="happyyao" initials="h" lastIdx="0" clrIdx="3175"/>
  <p:cmAuthor id="3177" name="jiantingchen" initials="j" lastIdx="0" clrIdx="3176"/>
  <p:cmAuthor id="3178" name="x1029157" initials="x" lastIdx="0" clrIdx="3177"/>
  <p:cmAuthor id="3179" name="Rjx" initials="R" lastIdx="0" clrIdx="3178"/>
  <p:cmAuthor id="3180" name="cnc" initials="c" lastIdx="0" clrIdx="3179"/>
  <p:cmAuthor id="3181" name="Jarod" initials="J" lastIdx="0" clrIdx="3180"/>
  <p:cmAuthor id="3182" name="Rebecca XiaoqianZhang" initials="rebezhang" lastIdx="0" clrIdx="3181"/>
  <p:cmAuthor id="3183" name="hywang70" initials="h" lastIdx="0" clrIdx="3182"/>
  <p:cmAuthor id="3184" name="ttzou" initials="t" lastIdx="0" clrIdx="3183"/>
  <p:cmAuthor id="3185" name="Athrun1380968400" initials="A" lastIdx="0" clrIdx="3184"/>
  <p:cmAuthor id="3186" name="wuxian" initials="w" lastIdx="0" clrIdx="3185"/>
  <p:cmAuthor id="3187" name="未知用户4" initials="未知用户4" lastIdx="0" clrIdx="3186"/>
  <p:cmAuthor id="3188" name="未知用户11" initials="未知用户11" lastIdx="0" clrIdx="3187"/>
  <p:cmAuthor id="3189" name="未知用户63" initials="未知用户63" lastIdx="0" clrIdx="3188"/>
  <p:cmAuthor id="3190" name="李彦志" initials="李" lastIdx="0" clrIdx="3189"/>
  <p:cmAuthor id="3191" name="高宪" initials="高" lastIdx="0" clrIdx="3190"/>
  <p:cmAuthor id="3192" name="袁灿" initials="袁" lastIdx="0" clrIdx="3191"/>
  <p:cmAuthor id="3193" name="贺佳慧" initials="贺" lastIdx="0" clrIdx="3192"/>
  <p:cmAuthor id="3194" name="65693" initials="6" lastIdx="0" clrIdx="3193"/>
  <p:cmAuthor id="3195" name="朱鸿" initials="朱" lastIdx="0" clrIdx="3194"/>
  <p:cmAuthor id="3196" name="麻李峰" initials="麻" lastIdx="0" clrIdx="3195"/>
  <p:cmAuthor id="3197" name="张立坤" initials="张" lastIdx="0" clrIdx="3196"/>
  <p:cmAuthor id="3198" name="戎静涛" initials="戎" lastIdx="0" clrIdx="3197"/>
  <p:cmAuthor id="3199" name="王鑫慧" initials="王" lastIdx="0" clrIdx="3198"/>
  <p:cmAuthor id="3200" name="Ball Snow" initials="BS" lastIdx="0" clrIdx="3199"/>
  <p:cmAuthor id="3201" name="未知用户2" initials="未知用户2" lastIdx="0" clrIdx="3200"/>
  <p:cmAuthor id="3202" name="z003e6dt" initials="z" lastIdx="0" clrIdx="3201"/>
  <p:cmAuthor id="3203" name="梁凌艳" initials="梁" lastIdx="0" clrIdx="3202"/>
  <p:cmAuthor id="3204" name="陈家琪" initials="陈" lastIdx="0" clrIdx="3203"/>
  <p:cmAuthor id="3205" name="jiangteng" initials="j" lastIdx="0" clrIdx="3204"/>
  <p:cmAuthor id="3206" name="linli" initials="l" lastIdx="0" clrIdx="3205"/>
  <p:cmAuthor id="3207" name="丁丽" initials="丁" lastIdx="0" clrIdx="3206"/>
  <p:cmAuthor id="3208" name="倪" initials="倪" lastIdx="0" clrIdx="3207"/>
  <p:cmAuthor id="3209" name="严兰兰" initials="严" lastIdx="0" clrIdx="3208"/>
  <p:cmAuthor id="3210" name="xuchenjie" initials="x" lastIdx="0" clrIdx="3209"/>
  <p:cmAuthor id="3211" name="Yangtianyi" initials="Y" lastIdx="0" clrIdx="3210"/>
  <p:cmAuthor id="3212" name="Jun Li" initials="J" lastIdx="0" clrIdx="3211"/>
  <p:cmAuthor id="3213" name="刘振权" initials="刘" lastIdx="0" clrIdx="3212"/>
  <p:cmAuthor id="3214" name="len" initials="l" lastIdx="0" clrIdx="3213"/>
  <p:cmAuthor id="3215" name="zhangshuting" initials="z" lastIdx="0" clrIdx="3214"/>
  <p:cmAuthor id="3216" name="guobaihan" initials="g" lastIdx="0" clrIdx="3215"/>
  <p:cmAuthor id="3217" name="sudaobo" initials="s" lastIdx="0" clrIdx="3216"/>
  <p:cmAuthor id="3218" name="Jiaying Wang" initials="J" lastIdx="0" clrIdx="3217"/>
  <p:cmAuthor id="3219" name="xiaofeng yin" initials="x" lastIdx="0" clrIdx="3218"/>
  <p:cmAuthor id="3220" name="陈 润葆" initials="陈" lastIdx="0" clrIdx="3219"/>
  <p:cmAuthor id="3221" name="Liu Michael" initials="L" lastIdx="0" clrIdx="3220"/>
  <p:cmAuthor id="3222" name="王晨昊" initials="王" lastIdx="0" clrIdx="3221"/>
  <p:cmAuthor id="3223" name="孙晓晨" initials="孙" lastIdx="0" clrIdx="3222"/>
  <p:cmAuthor id="3224" name="xiaoxin shen" initials="x" lastIdx="0" clrIdx="3223"/>
  <p:cmAuthor id="3225" name="叶公义" initials="叶" lastIdx="0" clrIdx="3224"/>
  <p:cmAuthor id="3226" name="siwei.wang@rhsmith.umd.edu" initials="s" lastIdx="0" clrIdx="3225"/>
  <p:cmAuthor id="3227" name="zhao yong" initials="z" lastIdx="0" clrIdx="3226"/>
  <p:cmAuthor id="3228" name="ttwisdom2@outlook.com" initials="t" lastIdx="0" clrIdx="3227"/>
  <p:cmAuthor id="3229" name="8613480159771" initials="8" lastIdx="0" clrIdx="3228"/>
  <p:cmAuthor id="3230" name="Shuai Cui" initials="SC" lastIdx="0" clrIdx="3229"/>
  <p:cmAuthor id="3231" name="lizhihui" initials="l" lastIdx="0" clrIdx="3230"/>
  <p:cmAuthor id="3232" name="mhuang" initials="m" lastIdx="0" clrIdx="3231"/>
  <p:cmAuthor id="3233" name="李浩扬" initials="lhy" lastIdx="0" clrIdx="3232"/>
  <p:cmAuthor id="3234" name="张晓强" initials="张" lastIdx="0" clrIdx="3233"/>
  <p:cmAuthor id="3235" name="tianlijun" initials="t" lastIdx="0" clrIdx="3234"/>
  <p:cmAuthor id="3236" name="宋昕智" initials="宋" lastIdx="0" clrIdx="3235"/>
  <p:cmAuthor id="3237" name="王岚" initials="王" lastIdx="0" clrIdx="3236"/>
  <p:cmAuthor id="3238" name="Sharr.Xia" initials="S" lastIdx="0" clrIdx="3237"/>
  <p:cmAuthor id="3239" name="马孟模" initials="马" lastIdx="0" clrIdx="3238"/>
  <p:cmAuthor id="3240" name="xuyidan" initials="x" lastIdx="0" clrIdx="3239"/>
  <p:cmAuthor id="3241" name="18352" initials="1" lastIdx="0" clrIdx="3240"/>
  <p:cmAuthor id="3242" name="chenyanyan" initials="c" lastIdx="0" clrIdx="3241"/>
  <p:cmAuthor id="3243" name="guowenyi" initials="g" lastIdx="0" clrIdx="3242"/>
  <p:cmAuthor id="3244" name="hushouli" initials="h" lastIdx="0" clrIdx="3243"/>
  <p:cmAuthor id="3245" name="付文双" initials="付" lastIdx="0" clrIdx="3244"/>
  <p:cmAuthor id="3246" name="WANG Xin" initials="W" lastIdx="0" clrIdx="3245"/>
  <p:cmAuthor id="3247" name="15643" initials="1" lastIdx="0" clrIdx="3246"/>
  <p:cmAuthor id="3248" name="zhang castro" initials="zc" lastIdx="0" clrIdx="3247"/>
  <p:cmAuthor id="3249" name="陈东林" initials="陈东林" lastIdx="0" clrIdx="3248"/>
  <p:cmAuthor id="3250" name="fulinying" initials="f" lastIdx="0" clrIdx="3249"/>
  <p:cmAuthor id="3251" name="August" initials="A" lastIdx="0" clrIdx="3250"/>
  <p:cmAuthor id="3252" name="zhoukangyun" initials="z" lastIdx="0" clrIdx="3251"/>
  <p:cmAuthor id="3253" name="administrator1" initials="a" lastIdx="0" clrIdx="3252"/>
  <p:cmAuthor id="3254" name="梅芬 吳" initials="梅" lastIdx="0" clrIdx="3253"/>
  <p:cmAuthor id="3255" name="Unknown User8" initials="U" lastIdx="0" clrIdx="3254"/>
  <p:cmAuthor id="3256" name="dgs" initials="{&quot;applyName&quot;:&quot;危丽萍&quot;,&quot;approverName&quot;:&quot;王潇;&quot;,&quot;creatorTime&quot;:&quot;2022-03-21 21:37:13.0&quot;}" lastIdx="0" clrIdx="3255"/>
  <p:cmAuthor id="3257" name="朱绍春" initials="朱" lastIdx="0" clrIdx="3256"/>
  <p:cmAuthor id="3258" name="周开雷" initials="周" lastIdx="0" clrIdx="3257"/>
  <p:cmAuthor id="3259" name="马静" initials="马" lastIdx="0" clrIdx="3258"/>
  <p:cmAuthor id="3260" name="毕军(0212009)" initials="毕" lastIdx="0" clrIdx="3259"/>
  <p:cmAuthor id="3261" name="P1063cindychen" initials="P" lastIdx="0" clrIdx="3260"/>
  <p:cmAuthor id="3262" name="未知用户" initials="未" lastIdx="0" clrIdx="3261"/>
  <p:cmAuthor id="3263" name="谭涛" initials="谭" lastIdx="0" clrIdx="3262"/>
  <p:cmAuthor id="3264" name="luxu" initials="l" lastIdx="0" clrIdx="3263"/>
  <p:cmAuthor id="3265" name="Christina" initials="C" lastIdx="0" clrIdx="3264"/>
  <p:cmAuthor id="3266" name="未知的使用者133" initials="未" lastIdx="0" clrIdx="3265"/>
  <p:cmAuthor id="3267" name="未知的使用者135" initials="未" lastIdx="0" clrIdx="3266"/>
  <p:cmAuthor id="3268" name="未知的使用者138" initials="未" lastIdx="0" clrIdx="3267"/>
  <p:cmAuthor id="3269" name="jet" initials="j" lastIdx="0" clrIdx="3268"/>
  <p:cmAuthor id="3270" name="未知的使用者198" initials="未" lastIdx="0" clrIdx="3269"/>
  <p:cmAuthor id="3271" name="YuQing" initials="Y" lastIdx="0" clrIdx="3270"/>
  <p:cmAuthor id="3272" name="李刚" initials="李" lastIdx="0" clrIdx="3271"/>
  <p:cmAuthor id="3273" name="office365" initials="o" lastIdx="0" clrIdx="3272"/>
  <p:cmAuthor id="3274" name="张利英" initials="张" lastIdx="0" clrIdx="3273"/>
  <p:cmAuthor id="3275" name="张双文" initials="张" lastIdx="0" clrIdx="3274"/>
  <p:cmAuthor id="3276" name="任勇" initials="任" lastIdx="0" clrIdx="3275"/>
  <p:cmAuthor id="3277" name="李天骄" initials="李" lastIdx="0" clrIdx="3276"/>
  <p:cmAuthor id="3278" name="王川雪" initials="王" lastIdx="0" clrIdx="3277"/>
  <p:cmAuthor id="3279" name="郭金玲" initials="郭" lastIdx="0" clrIdx="3278"/>
  <p:cmAuthor id="3280" name="fgx" initials="f" lastIdx="0" clrIdx="3279"/>
  <p:cmAuthor id="3281" name="Unknown User28" initials="U" lastIdx="0" clrIdx="3280"/>
  <p:cmAuthor id="3282" name="shinin" initials="s" lastIdx="0" clrIdx="3281"/>
  <p:cmAuthor id="3283" name="未知的使用者61" initials="未" lastIdx="0" clrIdx="3282"/>
  <p:cmAuthor id="3284" name="未知的使用者58" initials="未" lastIdx="0" clrIdx="3283"/>
  <p:cmAuthor id="3285" name="Chun Chung YEH" initials="C" lastIdx="0" clrIdx="3284"/>
  <p:cmAuthor id="3286" name="未知的使用者75" initials="未" lastIdx="0" clrIdx="3285"/>
  <p:cmAuthor id="3287" name="未知用户127" initials="未" lastIdx="0" clrIdx="3286"/>
  <p:cmAuthor id="3288" name="未知用户199" initials="未" lastIdx="0" clrIdx="3287"/>
  <p:cmAuthor id="3289" name="未知用户128" initials="未" lastIdx="0" clrIdx="3288"/>
  <p:cmAuthor id="3290" name="未知用户123" initials="未" lastIdx="0" clrIdx="3289"/>
  <p:cmAuthor id="3291" name="未知用户178" initials="未" lastIdx="0" clrIdx="3290"/>
  <p:cmAuthor id="3292" name="淑芬 田" initials="淑田" lastIdx="0" clrIdx="3291"/>
  <p:cmAuthor id="3293" name="未知的使用者100" initials="未" lastIdx="0" clrIdx="3292"/>
  <p:cmAuthor id="3294" name="未知的使用者77" initials="未" lastIdx="0" clrIdx="3293"/>
  <p:cmAuthor id="3295" name="未知的使用者78" initials="未" lastIdx="0" clrIdx="3294"/>
  <p:cmAuthor id="3296" name="未知的使用者81" initials="未" lastIdx="0" clrIdx="3295"/>
  <p:cmAuthor id="3297" name="未知用户85" initials="未" lastIdx="0" clrIdx="3296"/>
  <p:cmAuthor id="3298" name="Unknown User67" initials="U" lastIdx="0" clrIdx="3297"/>
  <p:cmAuthor id="3299" name="Unknown User68" initials="U" lastIdx="0" clrIdx="3298"/>
  <p:cmAuthor id="3300" name="未知用户124" initials="未" lastIdx="0" clrIdx="3299"/>
  <p:cmAuthor id="3301" name="未知用户125" initials="未" lastIdx="0" clrIdx="3300"/>
  <p:cmAuthor id="3302" name="未知用户126" initials="未" lastIdx="0" clrIdx="3301"/>
  <p:cmAuthor id="3303" name="Ted Su" initials="T" lastIdx="0" clrIdx="3302"/>
  <p:cmAuthor id="3304" name="郑杨燚|zhengyangyi" initials="郑杨燚" lastIdx="0" clrIdx="3303"/>
  <p:cmAuthor id="3305" name="张 lazy" initials="张" lastIdx="0" clrIdx="3304"/>
  <p:cmAuthor id="3306" name="gy_yumengting" initials="ymt" lastIdx="0" clrIdx="3305"/>
  <p:cmAuthor id="3307" name="lisimin" initials="l" lastIdx="0" clrIdx="3306"/>
  <p:cmAuthor id="3308" name="office2007" initials="o" lastIdx="0" clrIdx="3307"/>
  <p:cmAuthor id="3309" name="zimowang" initials="z" lastIdx="0" clrIdx="3308"/>
  <p:cmAuthor id="3310" name="胡梦娜" initials="胡梦娜" lastIdx="0" clrIdx="3309"/>
  <p:cmAuthor id="3311" name="liumeichen" initials="l" lastIdx="0" clrIdx="3310"/>
  <p:cmAuthor id="3312" name="刘圣林" initials="刘" lastIdx="0" clrIdx="3311"/>
  <p:cmAuthor id="3313" name="陈 云" initials="陈" lastIdx="0" clrIdx="3312"/>
  <p:cmAuthor id="3314" name="陈 连军" initials="陈" lastIdx="0" clrIdx="3313"/>
  <p:cmAuthor id="3315" name="Xiaojie Lin" initials="XL" lastIdx="0" clrIdx="3314"/>
  <p:cmAuthor id="3316" name="Lilan" initials="L" lastIdx="0" clrIdx="3315"/>
  <p:cmAuthor id="3317" name="USER" initials="U" lastIdx="0" clrIdx="3316"/>
  <p:cmAuthor id="3318" name="Din jay" initials="Dj" lastIdx="0" clrIdx="3317"/>
  <p:cmAuthor id="3319" name="萧舒文" initials="xsw" lastIdx="0" clrIdx="3318"/>
  <p:cmAuthor id="3320" name="hydkhxsbsxs1" initials="h" lastIdx="0" clrIdx="3319"/>
  <p:cmAuthor id="3321" name="ljhdeyx@163.com" initials="l" lastIdx="0" clrIdx="3320"/>
  <p:cmAuthor id="3322" name="陈 正胤" initials="陈" lastIdx="0" clrIdx="3321"/>
  <p:cmAuthor id="3323" name="jiangquanda" initials="j" lastIdx="0" clrIdx="3322"/>
  <p:cmAuthor id="3324" name="chaishanshan" initials="c" lastIdx="0" clrIdx="3323"/>
  <p:cmAuthor id="3325" name="王 钟兴" initials="王" lastIdx="0" clrIdx="3324"/>
  <p:cmAuthor id="3326" name="li shuiping" initials="ls" lastIdx="0" clrIdx="3325"/>
  <p:cmAuthor id="3327" name="yuhuaiyu" initials="y" lastIdx="0" clrIdx="3326"/>
  <p:cmAuthor id="3328" name="jiangli1" initials="j" lastIdx="0" clrIdx="3327"/>
  <p:cmAuthor id="3329" name="郑彦娜" initials="ZYN" lastIdx="0" clrIdx="3328"/>
  <p:cmAuthor id="3330" name="yk Zhang" initials="yZ" lastIdx="0" clrIdx="3329"/>
  <p:cmAuthor id="3331" name="曲扬" initials="曲" lastIdx="0" clrIdx="3330"/>
  <p:cmAuthor id="3332" name="LYJ" initials="L" lastIdx="0" clrIdx="3331"/>
  <p:cmAuthor id="3333" name="8237477260" initials="8" lastIdx="0" clrIdx="3332"/>
  <p:cmAuthor id="3334" name="chase" initials="c" lastIdx="0" clrIdx="3333"/>
  <p:cmAuthor id="3335" name="Sarah Qin 莎莎" initials="S" lastIdx="0" clrIdx="3334"/>
  <p:cmAuthor id="3336" name="hqp" initials="h" lastIdx="0" clrIdx="3335"/>
  <p:cmAuthor id="3337" name="A" initials="A" lastIdx="0" clrIdx="3336"/>
  <p:cmAuthor id="3338" name="laiyun" initials="l" lastIdx="0" clrIdx="3337"/>
  <p:cmAuthor id="3339" name="吴杰" initials="吴" lastIdx="0" clrIdx="3338"/>
  <p:cmAuthor id="3340" name="Qingyunli" initials="Q" lastIdx="0" clrIdx="3339"/>
  <p:cmAuthor id="3341" name="李丹" initials="李" lastIdx="0" clrIdx="3340"/>
  <p:cmAuthor id="3342" name="Qu, Z." initials="Q" lastIdx="0" clrIdx="3341"/>
  <p:cmAuthor id="3343" name="wangminghong" initials="w" lastIdx="0" clrIdx="3342"/>
  <p:cmAuthor id="3344" name="关丽莘" initials="T" lastIdx="0" clrIdx="3343"/>
  <p:cmAuthor id="3345" name="18937034561@189.cn" initials="1" lastIdx="0" clrIdx="3344"/>
  <p:cmAuthor id="3346" name="liudaxian" initials="l" lastIdx="0" clrIdx="3345"/>
  <p:cmAuthor id="3347" name="黄雯" initials="W用" lastIdx="0" clrIdx="3346"/>
  <p:cmAuthor id="3348" name="陈春智" initials="T" lastIdx="0" clrIdx="3347"/>
  <p:cmAuthor id="3349" name="傅白羽1" initials="U" lastIdx="0" clrIdx="3348"/>
  <p:cmAuthor id="3350" name="xmwujianx" initials="x" lastIdx="0" clrIdx="3349"/>
  <p:cmAuthor id="3351" name="康启龙" initials="J" lastIdx="0" clrIdx="3350"/>
  <p:cmAuthor id="3352" name="陈志彬" initials="a" lastIdx="0" clrIdx="3351"/>
  <p:cmAuthor id="3353" name="zhengty" initials="z" lastIdx="0" clrIdx="3352"/>
  <p:cmAuthor id="3354" name="10303" initials="1" lastIdx="0" clrIdx="3353"/>
  <p:cmAuthor id="3355" name="曹宁" initials="曹宁" lastIdx="0" clrIdx="3354"/>
  <p:cmAuthor id="3356" name="Tang Siri" initials="T" lastIdx="0" clrIdx="3355"/>
  <p:cmAuthor id="3357" name="think" initials="t" lastIdx="0" clrIdx="3356"/>
  <p:cmAuthor id="3358" name="17750226060@163.com" initials="1" lastIdx="0" clrIdx="3357"/>
  <p:cmAuthor id="3359" name="huawei" initials="h" lastIdx="0" clrIdx="3358"/>
  <p:cmAuthor id="3360" name="孟伟伟" initials="孟" lastIdx="0" clrIdx="3359"/>
  <p:cmAuthor id="3361" name="朱常宝10028539" initials="" lastIdx="0" clrIdx="3360"/>
  <p:cmAuthor id="3362" name="成国强_6jqyBN7N" initials="authorId_8148959" lastIdx="0" clrIdx="3361"/>
  <p:cmAuthor id="3363" name="YanHong" initials="" lastIdx="0" clrIdx="3362"/>
  <p:cmAuthor id="3364" name="10088663" initials="" lastIdx="0" clrIdx="3363"/>
  <p:cmAuthor id="3365" name="10007438" initials="" lastIdx="0" clrIdx="3364"/>
  <p:cmAuthor id="3366" name="10073006" initials="" lastIdx="0" clrIdx="3365"/>
  <p:cmAuthor id="3367" name="许 志军" initials="许" lastIdx="0" clrIdx="3366"/>
  <p:cmAuthor id="3368" name="欧 志芳" initials="欧" lastIdx="0" clrIdx="3367"/>
  <p:cmAuthor id="3369" name="woshimaomaoli" initials="w" lastIdx="0" clrIdx="3368"/>
  <p:cmAuthor id="3370" name="Gu" initials="Y" lastIdx="0" clrIdx="3369"/>
  <p:cmAuthor id="3371" name="koalacc" initials="k" lastIdx="0" clrIdx="3370"/>
  <p:cmAuthor id="3372" name="前进 王" initials="前王" lastIdx="0" clrIdx="3371"/>
  <p:cmAuthor id="3373" name="sxy" initials="s" lastIdx="0" clrIdx="3372"/>
  <p:cmAuthor id="3374" name="YANGYU.ZJ" initials="Y" lastIdx="0" clrIdx="3373"/>
  <p:cmAuthor id="3375" name="10032948" initials="1" lastIdx="0" clrIdx="3374"/>
  <p:cmAuthor id="3376" name="10209970" initials="1" lastIdx="0" clrIdx="3375"/>
  <p:cmAuthor id="3377" name="10319231" initials="1" lastIdx="0" clrIdx="3376"/>
  <p:cmAuthor id="3378" name="Ella Dong" initials="ED" lastIdx="0" clrIdx="3377"/>
  <p:cmAuthor id="3379" name="weihua zhou" initials="wz" lastIdx="0" clrIdx="3378"/>
  <p:cmAuthor id="3380" name="panchenqiang" initials="p" lastIdx="0" clrIdx="3379"/>
  <p:cmAuthor id="3381" name="Wang XR" initials="WX" lastIdx="0" clrIdx="3380"/>
  <p:cmAuthor id="3382" name="天 夏" initials="天夏" lastIdx="0" clrIdx="3381"/>
  <p:cmAuthor id="3383" name="Forest" initials="F" lastIdx="0" clrIdx="3382"/>
  <p:cmAuthor id="3384" name="guobao sun" initials="gs" lastIdx="0" clrIdx="3383"/>
  <p:cmAuthor id="3385" name="熊 发春" initials="熊" lastIdx="0" clrIdx="3384"/>
  <p:cmAuthor id="3386" name="我是 大鹏" initials="我是" lastIdx="0" clrIdx="3385"/>
  <p:cmAuthor id="3387" name="Wang Chenyun" initials="WC" lastIdx="0" clrIdx="3386"/>
  <p:cmAuthor id="3388" name="李 玉平" initials="李" lastIdx="0" clrIdx="3387"/>
  <p:cmAuthor id="3389" name="lyp" initials="l" lastIdx="0" clrIdx="3388"/>
  <p:cmAuthor id="3390" name="浮生六默" initials="浮" lastIdx="0" clrIdx="3389"/>
  <p:cmAuthor id="3391" name="DCHY" initials="D" lastIdx="0" clrIdx="3390"/>
  <p:cmAuthor id="3392" name="PAK" initials="P" lastIdx="0" clrIdx="3391"/>
  <p:cmAuthor id="3393" name="tangyu" initials="t" lastIdx="0" clrIdx="3392"/>
  <p:cmAuthor id="3394" name="zhenxu" initials="z" lastIdx="0" clrIdx="3393"/>
  <p:cmAuthor id="3395" name="jeremy li" initials="jl" lastIdx="0" clrIdx="3394"/>
  <p:cmAuthor id="3396" name="李应_aMfyNZv2" initials="authorId_232748866" lastIdx="0" clrIdx="3395"/>
  <p:cmAuthor id="3397" name="D" initials="w" lastIdx="0" clrIdx="3396"/>
  <p:cmAuthor id="3398" name="yangyang chen" initials="yc" lastIdx="0" clrIdx="3397"/>
  <p:cmAuthor id="3399" name="周伊坡" initials="周" lastIdx="0" clrIdx="3398"/>
  <p:cmAuthor id="3400" name="未知用户474" initials="未" lastIdx="0" clrIdx="3399"/>
  <p:cmAuthor id="3401" name="未知用户479" initials="未" lastIdx="0" clrIdx="3400"/>
  <p:cmAuthor id="3402" name="未知用户482" initials="未" lastIdx="0" clrIdx="3401"/>
  <p:cmAuthor id="3403" name="未知用户485" initials="未" lastIdx="0" clrIdx="3402"/>
  <p:cmAuthor id="3404" name="未知用户422" initials="未" lastIdx="0" clrIdx="3403"/>
  <p:cmAuthor id="3405" name="939313201@qq.com" initials="9" lastIdx="0" clrIdx="3404"/>
  <p:cmAuthor id="3406" name="徐鑫" initials="Melinda" lastIdx="0" clrIdx="3405"/>
  <p:cmAuthor id="3407" name="陈磊" initials="陈" lastIdx="0" clrIdx="3406"/>
  <p:cmAuthor id="3408" name="xx y" initials="x" lastIdx="0" clrIdx="3407"/>
  <p:cmAuthor id="3409" name="Li Qiang" initials="L" lastIdx="0" clrIdx="3408"/>
  <p:cmAuthor id="3410" name="li ming" initials="l" lastIdx="0" clrIdx="3409"/>
  <p:cmAuthor id="3411" name="zhu steve" initials="z" lastIdx="0" clrIdx="3410"/>
  <p:cmAuthor id="3412" name="Gui Xuan" initials="G" lastIdx="0" clrIdx="3411"/>
  <p:cmAuthor id="3413" name="Jason Chen" initials="J" lastIdx="0" clrIdx="3412"/>
  <p:cmAuthor id="3414" name="hongwei.yu" initials="h" lastIdx="0" clrIdx="3413"/>
  <p:cmAuthor id="3415" name="Unknown User9" initials="U" lastIdx="0" clrIdx="3414"/>
  <p:cmAuthor id="3416" name="an.jun3" initials="a" lastIdx="0" clrIdx="3415"/>
  <p:cmAuthor id="3417" name="SunM" initials="S" lastIdx="0" clrIdx="3416"/>
  <p:cmAuthor id="3418" name="郭洋" initials="郭" lastIdx="0" clrIdx="3417"/>
  <p:cmAuthor id="3419" name="yuling" initials="y" lastIdx="0" clrIdx="3418"/>
  <p:cmAuthor id="3420" name="蒋明山" initials="蒋" lastIdx="0" clrIdx="3419"/>
  <p:cmAuthor id="3421" name="任珊珊_ENvi7Fvi" initials="任" lastIdx="0" clrIdx="3420"/>
  <p:cmAuthor id="3422" name="gxf" initials="g" lastIdx="0" clrIdx="3421"/>
  <p:cmAuthor id="3423" name="daphne" initials="d" lastIdx="0" clrIdx="3422"/>
  <p:cmAuthor id="3424" name="未知的使用者15" initials="未" lastIdx="0" clrIdx="3423"/>
  <p:cmAuthor id="3425" name="未知的使用者17" initials="未" lastIdx="0" clrIdx="3424"/>
  <p:cmAuthor id="3426" name="未知的使用者18" initials="未" lastIdx="0" clrIdx="3425"/>
  <p:cmAuthor id="3427" name="未知的使用者51" initials="未" lastIdx="0" clrIdx="3426"/>
  <p:cmAuthor id="3428" name="……" initials="…" lastIdx="0" clrIdx="3427"/>
  <p:cmAuthor id="3429" name="hedaxiaopeng@126.com" initials="h" lastIdx="0" clrIdx="3428"/>
  <p:cmAuthor id="3430" name="李 芳怡" initials="李" lastIdx="0" clrIdx="3429"/>
  <p:cmAuthor id="3431" name="sammi" initials="s" lastIdx="0" clrIdx="3430"/>
  <p:cmAuthor id="3432" name="thinkbap" initials="t" lastIdx="0" clrIdx="3431"/>
  <p:cmAuthor id="3433" name="李 晓菲" initials="李" lastIdx="0" clrIdx="3432"/>
  <p:cmAuthor id="3434" name="%E7%B3%BB%E7%BB%9F%E7%AE%A1%E7%90%86%E5%91%98" initials="%" lastIdx="0" clrIdx="3433"/>
  <p:cmAuthor id="3435" name="沈鑫涯" initials="沈" lastIdx="0" clrIdx="3434"/>
  <p:cmAuthor id="3436" name="赵 路" initials="赵" lastIdx="0" clrIdx="3435"/>
  <p:cmAuthor id="3437" name="李 明" initials="李" lastIdx="0" clrIdx="3436"/>
  <p:cmAuthor id="3438" name="李金名" initials="李金名" lastIdx="0" clrIdx="3437"/>
  <p:cmAuthor id="3439" name="chenyulong" initials="c" lastIdx="0" clrIdx="3438"/>
  <p:cmAuthor id="3440" name="yangkun" initials="y" lastIdx="0" clrIdx="3439"/>
  <p:cmAuthor id="3441" name="李 msn" initials="李" lastIdx="0" clrIdx="3440"/>
  <p:cmAuthor id="3442" name="lucky" initials="l" lastIdx="0" clrIdx="3441"/>
  <p:cmAuthor id="3443" name="Gong Wei" initials="GW" lastIdx="0" clrIdx="3442"/>
  <p:cmAuthor id="3444" name="未知用户245" initials="未" lastIdx="0" clrIdx="3443"/>
  <p:cmAuthor id="3445" name="Lydia Marchuk" initials="L" lastIdx="0" clrIdx="3444"/>
  <p:cmAuthor id="3446" name="刘文杰" initials="刘" lastIdx="0" clrIdx="3445"/>
  <p:cmAuthor id="3447" name="陈婷" initials="陈" lastIdx="0" clrIdx="3446"/>
  <p:cmAuthor id="3448" name="周志浩" initials="Edmond" lastIdx="0" clrIdx="3447"/>
  <p:cmAuthor id="3449" name="Xing Zhang" initials="XZ" lastIdx="0" clrIdx="3448"/>
  <p:cmAuthor id="3450" name="Jet 张" initials="J张" lastIdx="0" clrIdx="3449"/>
  <p:cmAuthor id="3451" name="gd-zengxy10@outlook.com" initials="g" lastIdx="0" clrIdx="3450"/>
  <p:cmAuthor id="3452" name="lixr110" initials="l" lastIdx="0" clrIdx="3451"/>
  <p:cmAuthor id="3453" name="10206899" initials="1" lastIdx="0" clrIdx="3452"/>
  <p:cmAuthor id="3454" name="10285602" initials="1" lastIdx="0" clrIdx="3453"/>
  <p:cmAuthor id="3455" name="zhangzhongmin" initials="" lastIdx="0" clrIdx="3454"/>
  <p:cmAuthor id="3456" name="李沈庄" initials="李" lastIdx="0" clrIdx="3455"/>
  <p:cmAuthor id="3457" name="李佳伦" initials="李" lastIdx="0" clrIdx="3456"/>
  <p:cmAuthor id="3458" name="ME" initials="M" lastIdx="0" clrIdx="3457"/>
  <p:cmAuthor id="3459" name="未知用户300" initials="未" lastIdx="0" clrIdx="3458"/>
  <p:cmAuthor id="3460" name="li ke" initials="lk" lastIdx="0" clrIdx="3459"/>
  <p:cmAuthor id="3461" name="James Conard" initials="J" lastIdx="0" clrIdx="3460"/>
  <p:cmAuthor id="3462" name="he zhirui" initials="hz" lastIdx="0" clrIdx="3461"/>
  <p:cmAuthor id="3463" name="liu linglin" initials="ll" lastIdx="0" clrIdx="3462"/>
  <p:cmAuthor id="3464" name="姜娜" initials="姜" lastIdx="0" clrIdx="3463"/>
  <p:cmAuthor id="3465" name="高亚龙" initials="高" lastIdx="0" clrIdx="3464"/>
  <p:cmAuthor id="3466" name="黄瑶琪" initials="黄" lastIdx="0" clrIdx="3465"/>
  <p:cmAuthor id="3467" name="王琦" initials="王" lastIdx="0" clrIdx="3466"/>
  <p:cmAuthor id="3468" name="10054047" initials="1" lastIdx="0" clrIdx="3467"/>
  <p:cmAuthor id="3469" name="shixp" initials="s" lastIdx="0" clrIdx="3468"/>
  <p:cmAuthor id="3470" name="H Holy" initials="HH" lastIdx="0" clrIdx="3469"/>
  <p:cmAuthor id="3471" name="K" initials="K" lastIdx="0" clrIdx="3470"/>
  <p:cmAuthor id="3472" name="ZW" initials="Z" lastIdx="0" clrIdx="3471"/>
  <p:cmAuthor id="3473" name="273679546@qq.com" initials="2" lastIdx="0" clrIdx="3472"/>
  <p:cmAuthor id="3474" name="xiao" initials="x" lastIdx="0" clrIdx="3473"/>
  <p:cmAuthor id="3475" name="HL" initials="HL" lastIdx="0" clrIdx="3474"/>
  <p:cmAuthor id="3476" name="鱼宝儿_HY" initials="鱼" lastIdx="0" clrIdx="3475"/>
  <p:cmAuthor id="3477" name="liumingchun" initials="l" lastIdx="0" clrIdx="3476"/>
  <p:cmAuthor id="3478" name="覃飞洋" initials="U" lastIdx="0" clrIdx="3477"/>
  <p:cmAuthor id="3479" name="罗瑜馨" initials="罗" lastIdx="0" clrIdx="3478"/>
  <p:cmAuthor id="3480" name="郭伟" initials="c" lastIdx="0" clrIdx="3479"/>
  <p:cmAuthor id="3481" name="黄畅学" initials="ID" lastIdx="0" clrIdx="3480"/>
  <p:cmAuthor id="3482" name="Raman Sharma" initials="RS" lastIdx="0" clrIdx="3481"/>
  <p:cmAuthor id="3483" name="伟 杜" initials="伟" lastIdx="0" clrIdx="3482"/>
  <p:cmAuthor id="3484" name="GB" initials="G" lastIdx="0" clrIdx="3483"/>
  <p:cmAuthor id="3485" name="郦家琦" initials="郦" lastIdx="0" clrIdx="3484"/>
  <p:cmAuthor id="3486" name="lusy23" initials="l" lastIdx="0" clrIdx="3485"/>
  <p:cmAuthor id="3487" name="23403" initials="2" lastIdx="0" clrIdx="3486"/>
  <p:cmAuthor id="3488" name="Ling" initials="L" lastIdx="0" clrIdx="3487"/>
  <p:cmAuthor id="3489" name="Bin Shi" initials="BS" lastIdx="0" clrIdx="3488"/>
  <p:cmAuthor id="3490" name="徐少成" initials="徐" lastIdx="0" clrIdx="3489"/>
  <p:cmAuthor id="3491" name="17665" initials="1" lastIdx="0" clrIdx="3490"/>
  <p:cmAuthor id="3492" name="施若姮" initials="施" lastIdx="0" clrIdx="3491"/>
  <p:cmAuthor id="3493" name="王秋贻" initials="王" lastIdx="0" clrIdx="3492"/>
  <p:cmAuthor id="3494" name="19712" initials="1" lastIdx="0" clrIdx="3493"/>
  <p:cmAuthor id="3495" name="钟夷" initials="钟" lastIdx="0" clrIdx="3494"/>
  <p:cmAuthor id="3496" name="ltzjc" initials="l" lastIdx="0" clrIdx="3495"/>
  <p:cmAuthor id="3497" name="98491" initials="9" lastIdx="0" clrIdx="3496"/>
  <p:cmAuthor id="3498" name="86183" initials="8" lastIdx="0" clrIdx="3497"/>
  <p:cmAuthor id="3499" name="廖爽亚" initials="廖" lastIdx="0" clrIdx="3498"/>
  <p:cmAuthor id="3500" name="22010" initials="2" lastIdx="0" clrIdx="3499"/>
  <p:cmAuthor id="3501" name="daliang xu" initials="d" lastIdx="0" clrIdx="3500"/>
  <p:cmAuthor id="3502" name="刘凯欣" initials="刘" lastIdx="0" clrIdx="3501"/>
  <p:cmAuthor id="3503" name="Bo" initials="B" lastIdx="0" clrIdx="3502"/>
  <p:cmAuthor id="3504" name="李昀东" initials="李" lastIdx="0" clrIdx="3503"/>
  <p:cmAuthor id="3505" name="liuhao24" initials="l" lastIdx="0" clrIdx="3504"/>
  <p:cmAuthor id="3506" name="闪电杰尼" initials="闪" lastIdx="0" clrIdx="3505"/>
  <p:cmAuthor id="3507" name="翔宇" initials="翔" lastIdx="0" clrIdx="3506"/>
  <p:cmAuthor id="3508" name="t-1i-caiwu" initials="t" lastIdx="0" clrIdx="3507"/>
  <p:cmAuthor id="3509" name="shenxin03" initials="s" lastIdx="0" clrIdx="3508"/>
  <p:cmAuthor id="3510" name="郑由星_外网" initials="郑" lastIdx="0" clrIdx="3509"/>
  <p:cmAuthor id="3511" name="dellwin" initials="d" lastIdx="0" clrIdx="3510"/>
  <p:cmAuthor id="3512" name="未知用户410" initials="未" lastIdx="0" clrIdx="3511"/>
  <p:cmAuthor id="3513" name="wangqi01-lhe" initials="w" lastIdx="0" clrIdx="3512"/>
  <p:cmAuthor id="3514" name="ae2000" initials="a" lastIdx="0" clrIdx="3513"/>
  <p:cmAuthor id="3515" name="赵生杰" initials="赵" lastIdx="0" clrIdx="3514"/>
  <p:cmAuthor id="3516" name="Abel" initials="A" lastIdx="0" clrIdx="3515"/>
  <p:cmAuthor id="3517" name="贝贝ai猪" initials="贝" lastIdx="0" clrIdx="3516"/>
  <p:cmAuthor id="3518" name="sdzz-syy" initials="s" lastIdx="0" clrIdx="3517"/>
  <p:cmAuthor id="3519" name="chenzheng4" initials="c" lastIdx="0" clrIdx="3518"/>
  <p:cmAuthor id="3520" name="王 震环" initials="王" lastIdx="0" clrIdx="3519"/>
  <p:cmAuthor id="3521" name="guoge" initials="g" lastIdx="0" clrIdx="3520"/>
  <p:cmAuthor id="3522" name="刘彩琴" initials="刘" lastIdx="0" clrIdx="3521"/>
  <p:cmAuthor id="3523" name="ju zhang" initials="j" lastIdx="0" clrIdx="3522"/>
  <p:cmAuthor id="3524" name="z cl" initials="z" lastIdx="0" clrIdx="3523"/>
  <p:cmAuthor id="3525" name="刘 帅" initials="刘" lastIdx="0" clrIdx="3524"/>
  <p:cmAuthor id="3526" name="martin" initials="m" lastIdx="0" clrIdx="3525"/>
  <p:cmAuthor id="3527" name="qin yu" initials="q" lastIdx="0" clrIdx="3526"/>
  <p:cmAuthor id="3528" name="李建阳（内蒙古英才管培生）" initials="李" lastIdx="0" clrIdx="3527"/>
  <p:cmAuthor id="3529" name="马靖松" initials="马" lastIdx="0" clrIdx="3528"/>
  <p:cmAuthor id="3530" name="pingchangxin@outlook.com LI" initials="p" lastIdx="0" clrIdx="3529"/>
  <p:cmAuthor id="3531" name="lipengfei01111@outlook.com" initials="l" lastIdx="0" clrIdx="3530"/>
  <p:cmAuthor id="3532" name="郭佳宏" initials="郭" lastIdx="0" clrIdx="3531"/>
  <p:cmAuthor id="3533" name="何兴胜" initials="何" lastIdx="0" clrIdx="3532"/>
  <p:cmAuthor id="3534" name="bing" initials="b" lastIdx="0" clrIdx="3533"/>
  <p:cmAuthor id="3535" name="用户" initials="用" lastIdx="0" clrIdx="3534"/>
  <p:cmAuthor id="3536" name="Hope0187" initials="H" lastIdx="0" clrIdx="3535"/>
  <p:cmAuthor id="3537" name="张 美红" initials="张" lastIdx="0" clrIdx="3536"/>
  <p:cmAuthor id="3538" name="潘 新东" initials="潘" lastIdx="0" clrIdx="3537"/>
  <p:cmAuthor id="3539" name="10327298" initials="1" lastIdx="0" clrIdx="3538"/>
  <p:cmAuthor id="3540" name="10163503" initials="1" lastIdx="0" clrIdx="3539"/>
  <p:cmAuthor id="3541" name="00001457" initials="0" lastIdx="0" clrIdx="3540"/>
  <p:cmAuthor id="3542" name="10092163" initials="1" lastIdx="0" clrIdx="3541"/>
  <p:cmAuthor id="3543" name="10206905" initials="1" lastIdx="0" clrIdx="3542"/>
  <p:cmAuthor id="3544" name="wcy" initials="w" lastIdx="0" clrIdx="3543"/>
  <p:cmAuthor id="3545" name="10067286" initials="1" lastIdx="0" clrIdx="3544"/>
  <p:cmAuthor id="3546" name="WuWanLing" initials="W" lastIdx="0" clrIdx="3545"/>
  <p:cmAuthor id="3547" name="10260821" initials="1" lastIdx="0" clrIdx="3546"/>
  <p:cmAuthor id="3548" name="10098665" initials="1" lastIdx="0" clrIdx="3547"/>
  <p:cmAuthor id="3549" name="范汗杰10197873" initials="范汗杰10197873" lastIdx="0" clrIdx="3548"/>
  <p:cmAuthor id="3550" name="张平10088211" initials="张平10088211" lastIdx="0" clrIdx="3549"/>
  <p:cmAuthor id="3551" name="Gaoyang (China NPS C&amp;SI)" initials="G(NC" lastIdx="0" clrIdx="3550"/>
  <p:cmAuthor id="3552" name="he feng" initials="hf" lastIdx="0" clrIdx="3551"/>
  <p:cmAuthor id="3553" name="NTKO" initials="N" lastIdx="0" clrIdx="3552"/>
  <p:cmAuthor id="3554" name="倪燕子00036324" initials="倪燕子00036324" lastIdx="0" clrIdx="3553"/>
  <p:cmAuthor id="3555" name="汪 丹丹" initials="汪" lastIdx="0" clrIdx="3554"/>
  <p:cmAuthor id="3556" name="盛枫10333537" initials="盛" lastIdx="0" clrIdx="3555"/>
  <p:cmAuthor id="3557" name="10006799" initials="1" lastIdx="0" clrIdx="3556"/>
  <p:cmAuthor id="3558" name="00005049" initials="0" lastIdx="0" clrIdx="3557"/>
  <p:cmAuthor id="3559" name="cai yan" initials="cy" lastIdx="0" clrIdx="3558"/>
  <p:cmAuthor id="3560" name="未知用户301" initials="未" lastIdx="0" clrIdx="3559"/>
  <p:cmAuthor id="3561" name="黄迪" initials="黄" lastIdx="0" clrIdx="3560"/>
  <p:cmAuthor id="3562" name="Am'be'r" initials="A" lastIdx="0" clrIdx="3561"/>
  <p:cmAuthor id="3563" name="CAORUI5" initials="" lastIdx="0" clrIdx="3562"/>
  <p:cmAuthor id="3564" name="徐 老师" initials="徐" lastIdx="0" clrIdx="3563"/>
  <p:cmAuthor id="3565" name="z871955219@outlook.com" initials="z" lastIdx="0" clrIdx="3564"/>
  <p:cmAuthor id="3566" name="姚兵" initials="姚" lastIdx="0" clrIdx="3565"/>
  <p:cmAuthor id="3567" name="Lu Zhang(联通山西省本部)" initials="LZ" lastIdx="0" clrIdx="3566"/>
  <p:cmAuthor id="3568" name="yangfc" initials="y" lastIdx="0" clrIdx="3567"/>
  <p:cmAuthor id="3569" name="刘 波" initials="刘" lastIdx="0" clrIdx="3568"/>
  <p:cmAuthor id="3570" name="郭彦伟" initials="h" lastIdx="0" clrIdx="3569"/>
  <p:cmAuthor id="3571" name="lvgf" initials="l" lastIdx="0" clrIdx="3570"/>
  <p:cmAuthor id="3572" name="金嘉杰" initials="金" lastIdx="0" clrIdx="3571"/>
  <p:cmAuthor id="3573" name="白芸" initials="白" lastIdx="0" clrIdx="3572"/>
  <p:cmAuthor id="3574" name="王黎霞" initials="王" lastIdx="0" clrIdx="3573"/>
  <p:cmAuthor id="3575" name="张志芬" initials="张" lastIdx="0" clrIdx="3574"/>
  <p:cmAuthor id="3576" name="雷晓玲" initials="CXN" lastIdx="0" clrIdx="3575"/>
  <p:cmAuthor id="3577" name="高峰" initials="高" lastIdx="0" clrIdx="3576"/>
  <p:cmAuthor id="3578" name="王佳" initials="王" lastIdx="0" clrIdx="3577"/>
  <p:cmAuthor id="3579" name="郭 政" initials="郭" lastIdx="0" clrIdx="3578"/>
  <p:cmAuthor id="3580" name="李婉璐" initials="w" lastIdx="0" clrIdx="3579"/>
  <p:cmAuthor id="3581" name="Z Z" initials="ZZ" lastIdx="0" clrIdx="3580"/>
  <p:cmAuthor id="3582" name="ZhangMiao" initials="Z" lastIdx="0" clrIdx="3581"/>
  <p:cmAuthor id="3583" name="Shawn Gao" initials="SG" lastIdx="0" clrIdx="3582"/>
  <p:cmAuthor id="3584" name="刘永国" initials="刘" lastIdx="0" clrIdx="3583"/>
  <p:cmAuthor id="3585" name="李岩霞" initials="李" lastIdx="0" clrIdx="3584"/>
  <p:cmAuthor id="3586" name="郭瑾" initials="郭" lastIdx="0" clrIdx="3585"/>
  <p:cmAuthor id="3587" name="贾文" initials="贾" lastIdx="0" clrIdx="3586"/>
  <p:cmAuthor id="3588" name="柠檬酱鱼" initials="柠" lastIdx="0" clrIdx="3587"/>
  <p:cmAuthor id="3589" name="楷彦" initials="l" lastIdx="0" clrIdx="3588"/>
  <p:cmAuthor id="3590" name="王洁" initials="王" lastIdx="0" clrIdx="3589"/>
  <p:cmAuthor id="3591" name="yuelei" initials="y" lastIdx="0" clrIdx="3590"/>
  <p:cmAuthor id="3592" name="崔恒昌" initials="崔" lastIdx="0" clrIdx="3591"/>
  <p:cmAuthor id="3593" name="wzh" initials="w" lastIdx="0" clrIdx="3592"/>
  <p:cmAuthor id="3594" name="gbt092" initials="g" lastIdx="0" clrIdx="3593"/>
  <p:cmAuthor id="3595" name="Pan Deng" initials="PD" lastIdx="0" clrIdx="3594"/>
  <p:cmAuthor id="3596" name="崔博文" initials="cg" lastIdx="0" clrIdx="3595"/>
  <p:cmAuthor id="3597" name="Mumu Wen" initials="M" lastIdx="0" clrIdx="3596"/>
  <p:cmAuthor id="3598" name="Xiaofei Wang" initials="X" lastIdx="0" clrIdx="3597"/>
  <p:cmAuthor id="3599" name="huangwencai" initials="h" lastIdx="0" clrIdx="3598"/>
  <p:cmAuthor id="3600" name="贾胜峰" initials="贾" lastIdx="0" clrIdx="3599"/>
  <p:cmAuthor id="3601" name="张惊雷" initials="张" lastIdx="0" clrIdx="3600"/>
  <p:cmAuthor id="3602" name="吕志勇" initials="吕" lastIdx="0" clrIdx="3601"/>
  <p:cmAuthor id="3603" name="13691" initials="1" lastIdx="0" clrIdx="3602"/>
  <p:cmAuthor id="3604" name="龚敏洁" initials="龚" lastIdx="0" clrIdx="3603"/>
  <p:cmAuthor id="3605" name="王轶瑛" initials="王" lastIdx="0" clrIdx="3604"/>
  <p:cmAuthor id="3606" name="余文旦" initials="余" lastIdx="0" clrIdx="3605"/>
  <p:cmAuthor id="3607" name="卢金顺" initials="卢" lastIdx="0" clrIdx="3606"/>
  <p:cmAuthor id="3608" name="lym757@163.com" initials="" lastIdx="0" clrIdx="3607"/>
  <p:cmAuthor id="3609" name="scb" initials="s" lastIdx="0" clrIdx="3608"/>
  <p:cmAuthor id="3610" name="顾祯婕" initials="顾" lastIdx="0" clrIdx="3609"/>
  <p:cmAuthor id="3611" name="zhaohp" initials="z" lastIdx="0" clrIdx="3610"/>
  <p:cmAuthor id="3612" name="万国清" initials="万" lastIdx="0" clrIdx="3611"/>
  <p:cmAuthor id="3613" name="沈维娜" initials="沈" lastIdx="0" clrIdx="3612"/>
  <p:cmAuthor id="3614" name="杨金枝" initials="杨" lastIdx="0" clrIdx="3613"/>
  <p:cmAuthor id="3615" name="邱银杰" initials="邱" lastIdx="0" clrIdx="3614"/>
  <p:cmAuthor id="3616" name="徐科妃" initials="徐" lastIdx="0" clrIdx="3615"/>
  <p:cmAuthor id="3617" name="zonghebu" initials="z" lastIdx="0" clrIdx="3616"/>
  <p:cmAuthor id="3618" name="刘守存" initials="U" lastIdx="0" clrIdx="3617"/>
  <p:cmAuthor id="3619" name="CHENBIN" initials="C" lastIdx="0" clrIdx="3618"/>
  <p:cmAuthor id="3620" name="liuhang" initials="l" lastIdx="0" clrIdx="3619"/>
  <p:cmAuthor id="3621" name="徐月 刘" initials="徐月" lastIdx="0" clrIdx="3620"/>
  <p:cmAuthor id="3622" name="duc" initials="" lastIdx="0" clrIdx="3621"/>
  <p:cmAuthor id="3623" name="zxh" initials="" lastIdx="0" clrIdx="3622"/>
  <p:cmAuthor id="3624" name="李 彬" initials="李" lastIdx="0" clrIdx="3623"/>
  <p:cmAuthor id="3625" name="Lintao" initials="LT" lastIdx="0" clrIdx="3624"/>
  <p:cmAuthor id="3626" name="Tong Xuan" initials="TX" lastIdx="0" clrIdx="3625"/>
  <p:cmAuthor id="3627" name="Gillian Dai" initials="GD" lastIdx="0" clrIdx="3626"/>
  <p:cmAuthor id="3628" name="朱 浩" initials="朱" lastIdx="0" clrIdx="3627"/>
  <p:cmAuthor id="3629" name="Di Wu" initials="DW" lastIdx="0" clrIdx="3628"/>
  <p:cmAuthor id="3630" name="沈秋立" initials="沈" lastIdx="0" clrIdx="3629"/>
  <p:cmAuthor id="3631" name="17340" initials="1" lastIdx="0" clrIdx="3630"/>
  <p:cmAuthor id="3632" name="24603" initials="2" lastIdx="0" clrIdx="3631"/>
  <p:cmAuthor id="3633" name="xu,qiaohan" initials="x" lastIdx="0" clrIdx="3632"/>
  <p:cmAuthor id="3634" name="章国友" initials="章" lastIdx="0" clrIdx="3633"/>
  <p:cmAuthor id="3635" name="潘帆" initials="潘" lastIdx="0" clrIdx="3634"/>
  <p:cmAuthor id="3636" name="HB" initials="H" lastIdx="0" clrIdx="3635"/>
  <p:cmAuthor id="3637" name="张盛军" initials="张" lastIdx="0" clrIdx="3636"/>
  <p:cmAuthor id="3638" name="xue jinliang" initials="xj" lastIdx="0" clrIdx="3637"/>
  <p:cmAuthor id="3639" name="znzhong" initials="z" lastIdx="0" clrIdx="3638"/>
  <p:cmAuthor id="3640" name="徐津津" initials="徐" lastIdx="0" clrIdx="3639"/>
  <p:cmAuthor id="3641" name="宁 潘" initials="宁潘" lastIdx="0" clrIdx="3640"/>
  <p:cmAuthor id="3642" name="修订意见" initials="修订意见" lastIdx="0" clrIdx="3641"/>
  <p:cmAuthor id="3643" name="tphw" initials="t" lastIdx="0" clrIdx="3642"/>
  <p:cmAuthor id="3644" name="無妄無望的魚" initials="無" lastIdx="0" clrIdx="3643"/>
  <p:cmAuthor id="3645" name="晓雨_VZV33iiM" initials="authorId_7165245" lastIdx="0" clrIdx="3644"/>
  <p:cmAuthor id="3646" name="Chang, Catherine (BJ/DA)" initials="CC(" lastIdx="0" clrIdx="3645"/>
  <p:cmAuthor id="3647" name="Fang, Garrick (QD/DA)" initials="FG(" lastIdx="0" clrIdx="3646"/>
  <p:cmAuthor id="3648" name="茹志强" initials="U" lastIdx="0" clrIdx="3647"/>
  <p:cmAuthor id="3649" name="张伟芳" initials="张" lastIdx="0" clrIdx="3648"/>
  <p:cmAuthor id="3650" name="王丽（IT）" initials="王" lastIdx="0" clrIdx="3649"/>
  <p:cmAuthor id="3651" name="zzy" initials="zzy" lastIdx="0" clrIdx="3650"/>
  <p:cmAuthor id="3652" name="Microsoft 帐户" initials="M帐" lastIdx="0" clrIdx="3651"/>
  <p:cmAuthor id="3653" name="Ra7ER" initials="R" lastIdx="0" clrIdx="3652"/>
  <p:cmAuthor id="3654" name="徐 振华" initials="徐" lastIdx="0" clrIdx="3653"/>
  <p:cmAuthor id="3655" name="Cmit" initials="C" lastIdx="0" clrIdx="3654"/>
  <p:cmAuthor id="3656" name="震" initials="震" lastIdx="0" clrIdx="3655"/>
  <p:cmAuthor id="3657" name="尹瑶瑶" initials="尹" lastIdx="0" clrIdx="3656"/>
  <p:cmAuthor id="3658" name="李 淑珍" initials="李" lastIdx="0" clrIdx="3657"/>
  <p:cmAuthor id="3659" name="阙超" initials="阙" lastIdx="0" clrIdx="3658"/>
  <p:cmAuthor id="3660" name="yeqin" initials="y" lastIdx="0" clrIdx="3659"/>
  <p:cmAuthor id="3661" name="李 大美" initials="李" lastIdx="0" clrIdx="3660"/>
  <p:cmAuthor id="3662" name="宋代强" initials="宋" lastIdx="0" clrIdx="3661"/>
  <p:cmAuthor id="3663" name="linyang" initials="l" lastIdx="0" clrIdx="3662"/>
  <p:cmAuthor id="3664" name="weijunlu" initials="w" lastIdx="0" clrIdx="3663"/>
  <p:cmAuthor id="3665" name="h lm" initials="hl" lastIdx="0" clrIdx="3664"/>
  <p:cmAuthor id="3666" name="lirf37@chinaunicom.cn" initials="l" lastIdx="0" clrIdx="3665"/>
  <p:cmAuthor id="3667" name="赵善龙" initials="赵" lastIdx="0" clrIdx="3666"/>
  <p:cmAuthor id="3668" name="曾美健" initials="曾" lastIdx="0" clrIdx="3667"/>
  <p:cmAuthor id="3669" name="Xiaonan8" initials="X" lastIdx="0" clrIdx="3668"/>
  <p:cmAuthor id="3670" name="曾思祖" initials="" lastIdx="0" clrIdx="3669"/>
  <p:cmAuthor id="3671" name="admin刘" initials="a" lastIdx="0" clrIdx="3670"/>
  <p:cmAuthor id="3672" name="钟靖" initials="钟" lastIdx="0" clrIdx="3671"/>
  <p:cmAuthor id="3673" name="梁浩斌" initials="梁" lastIdx="0" clrIdx="3672"/>
  <p:cmAuthor id="3674" name="biu～" initials="b" lastIdx="0" clrIdx="3673"/>
  <p:cmAuthor id="3675" name="C—Lily" initials="C" lastIdx="0" clrIdx="3674"/>
  <p:cmAuthor id="3676" name="董家伟" initials="董" lastIdx="0" clrIdx="3675"/>
  <p:cmAuthor id="3677" name=".众有" initials="." lastIdx="0" clrIdx="3676"/>
  <p:cmAuthor id="3678" name="俊" initials="俊" lastIdx="0" clrIdx="3677"/>
  <p:cmAuthor id="3679" name="生菜" initials="生" lastIdx="0" clrIdx="3678"/>
  <p:cmAuthor id="3680" name="木木" initials="木" lastIdx="0" clrIdx="3679"/>
  <p:cmAuthor id="3681" name="瞿 梅" initials="瞿" lastIdx="0" clrIdx="3680"/>
  <p:cmAuthor id="3682" name="NINGMEI" initials="N" lastIdx="0" clrIdx="3681"/>
  <p:cmAuthor id="3683" name="guo yin" initials="gy" lastIdx="0" clrIdx="3682"/>
  <p:cmAuthor id="3684" name="abc" initials="a" lastIdx="0" clrIdx="3683"/>
  <p:cmAuthor id="3685" name="金鱼·张晨·远想·项目经理" initials="金" lastIdx="0" clrIdx="3684"/>
  <p:cmAuthor id="3686" name="JOHNNY GAO" initials="JG" lastIdx="0" clrIdx="3685"/>
  <p:cmAuthor id="3687" name="江 玲" initials="江" lastIdx="0" clrIdx="3686"/>
  <p:cmAuthor id="3688" name="10350" initials="1" lastIdx="0" clrIdx="3687"/>
  <p:cmAuthor id="3689" name="cxh" initials="c" lastIdx="0" clrIdx="3688"/>
  <p:cmAuthor id="3690" name="等我有" initials="等" lastIdx="0" clrIdx="3689"/>
  <p:cmAuthor id="3691" name="杨寒星" initials="杨" lastIdx="0" clrIdx="3690"/>
  <p:cmAuthor id="3692" name="t先生" initials="t" lastIdx="0" clrIdx="3691"/>
  <p:cmAuthor id="3693" name="关璐琪" initials="关" lastIdx="0" clrIdx="3692"/>
  <p:cmAuthor id="3694" name="晨晨 于" initials="晨于" lastIdx="0" clrIdx="3693"/>
  <p:cmAuthor id="3695" name="俊兵 肖" initials="俊肖" lastIdx="0" clrIdx="3694"/>
  <p:cmAuthor id="3696" name="李晓彤" initials="6" lastIdx="0" clrIdx="3695"/>
  <p:cmAuthor id="3697" name="王桢" initials="王" lastIdx="0" clrIdx="3696"/>
  <p:cmAuthor id="3698" name="A.L_L李峻" initials="A" lastIdx="0" clrIdx="3697"/>
  <p:cmAuthor id="3699" name="Iccc" initials="I" lastIdx="0" clrIdx="3698"/>
  <p:cmAuthor id="3700" name="maomao" initials="m" lastIdx="0" clrIdx="3699"/>
  <p:cmAuthor id="3701" name="朱年明" initials="朱" lastIdx="0" clrIdx="3700"/>
  <p:cmAuthor id="3702" name="Dora" initials="D" lastIdx="0" clrIdx="3701"/>
  <p:cmAuthor id="3703" name="冀隆" initials="冀" lastIdx="0" clrIdx="3702"/>
  <p:cmAuthor id="3704" name="朱yll" initials="朱" lastIdx="0" clrIdx="3703"/>
  <p:cmAuthor id="3705" name="微信用户" initials="微" lastIdx="0" clrIdx="3704"/>
  <p:cmAuthor id="3706" name="陈曼婷" initials="陈" lastIdx="0" clrIdx="3705"/>
  <p:cmAuthor id="3707" name="zhang mingli" initials="zm" lastIdx="0" clrIdx="3706"/>
  <p:cmAuthor id="3708" name="BOM" initials="B" lastIdx="0" clrIdx="3707"/>
  <p:cmAuthor id="3709" name="张娟" initials="张" lastIdx="0" clrIdx="3708"/>
  <p:cmAuthor id="3710" name="@_@" initials="@" lastIdx="0" clrIdx="3709"/>
  <p:cmAuthor id="3711" name="CU-ThinkPad L13" initials="C" lastIdx="0" clrIdx="3710"/>
  <p:cmAuthor id="3712" name="泰维 陈" initials="泰陈" lastIdx="0" clrIdx="3711"/>
  <p:cmAuthor id="3713" name="彭家怡" initials="彭" lastIdx="0" clrIdx="3712"/>
  <p:cmAuthor id="3714" name="AA" initials="A" lastIdx="0" clrIdx="3713"/>
  <p:cmAuthor id="3715" name="叶俊杰" initials="叶" lastIdx="0" clrIdx="3714"/>
  <p:cmAuthor id="3716" name="aoron" initials="a" lastIdx="0" clrIdx="3715"/>
  <p:cmAuthor id="3717" name="竖竖横横点点" initials="竖" lastIdx="0" clrIdx="3716"/>
  <p:cmAuthor id="3718" name="灰太狼" initials="灰" lastIdx="0" clrIdx="3717"/>
  <p:cmAuthor id="3719" name="death" initials="d" lastIdx="0" clrIdx="3718"/>
  <p:cmAuthor id="3720" name="邬佳彦" initials="邬" lastIdx="0" clrIdx="3719"/>
  <p:cmAuthor id="3721" name="齐静" initials="齐" lastIdx="0" clrIdx="3720"/>
  <p:cmAuthor id="3722" name="动力马达" initials="动" lastIdx="0" clrIdx="3721"/>
  <p:cmAuthor id="3723" name="Iisa" initials="I" lastIdx="0" clrIdx="3722"/>
  <p:cmAuthor id="3724" name="Keybo" initials="K" lastIdx="0" clrIdx="3723"/>
  <p:cmAuthor id="3725" name="孟陬十七" initials="孟" lastIdx="0" clrIdx="3724"/>
  <p:cmAuthor id="3726" name="Gary Lou" initials="GL" lastIdx="0" clrIdx="3725"/>
  <p:cmAuthor id="3727" name="孙峰奇" initials="sfq" lastIdx="0" clrIdx="3726"/>
  <p:cmAuthor id="3728" name="FJW" initials="FJW" lastIdx="0" clrIdx="3727"/>
  <p:cmAuthor id="3729" name="Dong jilei" initials="Dj" lastIdx="0" clrIdx="3728"/>
  <p:cmAuthor id="3730" name="皓 许" initials="皓" lastIdx="0" clrIdx="3729"/>
  <p:cmAuthor id="3731" name="Lochie" initials="L" lastIdx="0" clrIdx="3730"/>
  <p:cmAuthor id="3732" name="wangh" initials="w" lastIdx="0" clrIdx="3731"/>
  <p:cmAuthor id="3733" name="潘伟丽" initials="潘" lastIdx="0" clrIdx="3732"/>
  <p:cmAuthor id="3734" name="nicoleyang" initials="n" lastIdx="0" clrIdx="3733"/>
  <p:cmAuthor id="3735" name="冯宇" initials="冯" lastIdx="0" clrIdx="3734"/>
  <p:cmAuthor id="3736" name="wenzi" initials="w" lastIdx="0" clrIdx="3735"/>
  <p:cmAuthor id="3737" name="liuhongjia" initials="A" lastIdx="0" clrIdx="3736"/>
  <p:cmAuthor id="3738" name="kingdee" initials="k" lastIdx="0" clrIdx="3737"/>
  <p:cmAuthor id="3739" name="Chris French" initials="CF" lastIdx="0" clrIdx="3738"/>
  <p:cmAuthor id="3740" name="mingl" initials="m" lastIdx="0" clrIdx="3739"/>
  <p:cmAuthor id="3741" name="zhangjie" initials="z" lastIdx="0" clrIdx="3740"/>
  <p:cmAuthor id="3742" name="syy" initials="s" lastIdx="0" clrIdx="3741"/>
  <p:cmAuthor id="3743" name="ZTT" initials="Z" lastIdx="0" clrIdx="3742"/>
  <p:cmAuthor id="3744" name="沙俊杰00140688" initials="沙" lastIdx="0" clrIdx="3743"/>
  <p:cmAuthor id="3745" name="10177653" initials="1" lastIdx="0" clrIdx="3744"/>
  <p:cmAuthor id="3746" name="10333323" initials="1" lastIdx="0" clrIdx="3745"/>
  <p:cmAuthor id="3747" name="唐芸" initials="唐" lastIdx="0" clrIdx="3746"/>
  <p:cmAuthor id="3748" name="10205805" initials="1" lastIdx="0" clrIdx="3747"/>
  <p:cmAuthor id="3749" name="0045000519" initials="0" lastIdx="0" clrIdx="3748"/>
  <p:cmAuthor id="3750" name="WHF" initials="W" lastIdx="0" clrIdx="3749"/>
  <p:cmAuthor id="3751" name="10080095" initials="1" lastIdx="0" clrIdx="3750"/>
  <p:cmAuthor id="3752" name="00021840" initials="0" lastIdx="0" clrIdx="3751"/>
  <p:cmAuthor id="3753" name="JZX" initials="J" lastIdx="0" clrIdx="3752"/>
  <p:cmAuthor id="3754" name="赵怡彬1" initials="赵" lastIdx="0" clrIdx="3753"/>
  <p:cmAuthor id="3755" name="李 少峰" initials="李" lastIdx="0" clrIdx="3754"/>
  <p:cmAuthor id="3756" name="金宇峰_BfyebuM3" initials="金" lastIdx="0" clrIdx="3755"/>
  <p:cmAuthor id="3757" name="10096825" initials="1" lastIdx="0" clrIdx="3756"/>
  <p:cmAuthor id="3758" name="张 庆飞" initials="张" lastIdx="0" clrIdx="3757"/>
  <p:cmAuthor id="3759" name="10051636" initials="1" lastIdx="0" clrIdx="3758"/>
  <p:cmAuthor id="3760" name="李玲" initials="李" lastIdx="0" clrIdx="3759"/>
  <p:cmAuthor id="3761" name="裴建英_u6rmrY3I" initials="authorId_197474801" lastIdx="0" clrIdx="3760"/>
  <p:cmAuthor id="3762" name="张 青山" initials="张" lastIdx="0" clrIdx="3761"/>
  <p:cmAuthor id="3763" name="10036292" initials="1" lastIdx="0" clrIdx="3762"/>
  <p:cmAuthor id="3764" name="未知用户308" initials="未" lastIdx="0" clrIdx="3763"/>
  <p:cmAuthor id="3765" name="徐彬" initials="徐" lastIdx="0" clrIdx="3764"/>
  <p:cmAuthor id="3766" name="冯玉婷" initials="冯" lastIdx="0" clrIdx="3765"/>
  <p:cmAuthor id="3767" name="wulf" initials="wulf" lastIdx="0" clrIdx="3766"/>
  <p:cmAuthor id="3768" name="1" initials="1" lastIdx="0" clrIdx="3767"/>
  <p:cmAuthor id="3769" name="LRJ" initials="L" lastIdx="0" clrIdx="3768"/>
  <p:cmAuthor id="3770" name="Ryan" initials="R" lastIdx="0" clrIdx="3769"/>
  <p:cmAuthor id="3771" name="laoke1984@outlook.com" initials="l" lastIdx="0" clrIdx="3770"/>
  <p:cmAuthor id="3772" name="z" initials="z" lastIdx="0" clrIdx="3771"/>
  <p:cmAuthor id="3773" name="Wen" initials="W" lastIdx="0" clrIdx="3772"/>
  <p:cmAuthor id="3774" name="wulifang" initials="wlf" lastIdx="0" clrIdx="3773"/>
  <p:cmAuthor id="3775" name="彭润" initials="彭" lastIdx="0" clrIdx="3774"/>
  <p:cmAuthor id="3776" name="gt" initials="g" lastIdx="0" clrIdx="3775"/>
  <p:cmAuthor id="3777" name="JCL" initials="J" lastIdx="0" clrIdx="3776"/>
  <p:cmAuthor id="3778" name="孟 范志" initials="孟" lastIdx="0" clrIdx="3777"/>
  <p:cmAuthor id="3779" name="邢 术锋" initials="邢" lastIdx="0" clrIdx="3778"/>
  <p:cmAuthor id="3780" name="oyste" initials="o" lastIdx="0" clrIdx="3779"/>
  <p:cmAuthor id="3781" name="yangh1030@163.com" initials="y" lastIdx="0" clrIdx="3780"/>
  <p:cmAuthor id="3782" name="俞振涛" initials="俞" lastIdx="0" clrIdx="3781"/>
  <p:cmAuthor id="3783" name="zhangly258" initials="z" lastIdx="0" clrIdx="3782"/>
  <p:cmAuthor id="3784" name="lvm" initials="l" lastIdx="0" clrIdx="3783"/>
  <p:cmAuthor id="3785" name="wangll930" initials="w" lastIdx="0" clrIdx="3784"/>
  <p:cmAuthor id="3786" name="gulib" initials="g" lastIdx="0" clrIdx="3785"/>
  <p:cmAuthor id="3787" name="yejingwen" initials="y" lastIdx="0" clrIdx="3786"/>
  <p:cmAuthor id="3788" name="duweiwei1" initials="d" lastIdx="0" clrIdx="3787"/>
  <p:cmAuthor id="3789" name="fengs31" initials="f" lastIdx="0" clrIdx="3788"/>
  <p:cmAuthor id="3790" name="chenh376" initials="c" lastIdx="0" clrIdx="3789"/>
  <p:cmAuthor id="3791" name="limia" initials="l" lastIdx="0" clrIdx="3790"/>
  <p:cmAuthor id="3792" name="wang" initials="w" lastIdx="0" clrIdx="3791"/>
  <p:cmAuthor id="3793" name="dinglx12" initials="d" lastIdx="0" clrIdx="3792"/>
  <p:cmAuthor id="3794" name="chenchen" initials="c" lastIdx="0" clrIdx="3793"/>
  <p:cmAuthor id="3795" name="fuc5" initials="f" lastIdx="0" clrIdx="3794"/>
  <p:cmAuthor id="3796" name="chenhua32" initials="c" lastIdx="0" clrIdx="3795"/>
  <p:cmAuthor id="3797" name="wangliang" initials="w" lastIdx="0" clrIdx="3796"/>
  <p:cmAuthor id="3798" name="qiuyn" initials="q" lastIdx="0" clrIdx="3797"/>
  <p:cmAuthor id="3799" name="李想" initials="李" lastIdx="0" clrIdx="3798"/>
  <p:cmAuthor id="3800" name="未知的使用者223" initials="" lastIdx="0" clrIdx="3799"/>
  <p:cmAuthor id="3801" name="未知用户255" initials="未" lastIdx="0" clrIdx="3800"/>
  <p:cmAuthor id="3802" name="未知用户257" initials="未" lastIdx="0" clrIdx="3801"/>
  <p:cmAuthor id="3803" name="周莉" initials="周" lastIdx="0" clrIdx="3802"/>
  <p:cmAuthor id="3804" name="灯火阑栅" initials="灯" lastIdx="0" clrIdx="3803"/>
  <p:cmAuthor id="3805" name="xingq29" initials="x" lastIdx="0" clrIdx="3804"/>
  <p:cmAuthor id="3806" name="gujf" initials="g" lastIdx="0" clrIdx="3805"/>
  <p:cmAuthor id="3807" name="zhang wei" initials="zw" lastIdx="0" clrIdx="3806"/>
  <p:cmAuthor id="3808" name="唐忠前" initials="唐" lastIdx="0" clrIdx="3807"/>
  <p:cmAuthor id="3809" name="zhuwy90" initials="z" lastIdx="0" clrIdx="3808"/>
  <p:cmAuthor id="3810" name="chenly255" initials="c" lastIdx="0" clrIdx="3809"/>
  <p:cmAuthor id="3811" name="dingyw13" initials="d" lastIdx="0" clrIdx="3810"/>
  <p:cmAuthor id="3812" name="panq8" initials="p" lastIdx="0" clrIdx="3811"/>
  <p:cmAuthor id="3813" name="pengjt11" initials="p" lastIdx="0" clrIdx="3812"/>
  <p:cmAuthor id="3814" name="wangjh775" initials="w" lastIdx="0" clrIdx="3813"/>
  <p:cmAuthor id="3815" name="于萌" initials="于" lastIdx="0" clrIdx="3814"/>
  <p:cmAuthor id="3816" name="方智娟" initials="方" lastIdx="0" clrIdx="3815"/>
  <p:cmAuthor id="3817" name="13701792343@139.com" initials="1" lastIdx="0" clrIdx="3816"/>
  <p:cmAuthor id="3818" name="unsungc" initials="u" lastIdx="0" clrIdx="3817"/>
  <p:cmAuthor id="3819" name="。" initials="。" lastIdx="0" clrIdx="3818"/>
  <p:cmAuthor id="3820" name="孙鹏杰" initials="孙" lastIdx="0" clrIdx="3819"/>
  <p:cmAuthor id="3821" name="10092001" initials="1" lastIdx="0" clrIdx="3820"/>
  <p:cmAuthor id="3822" name="wum20" initials="w" lastIdx="0" clrIdx="3821"/>
  <p:cmAuthor id="3823" name="刘颖" initials="刘" lastIdx="0" clrIdx="3822"/>
  <p:cmAuthor id="3824" name="武敏" initials="武" lastIdx="0" clrIdx="3823"/>
  <p:cmAuthor id="3825" name="张又利" initials="张" lastIdx="0" clrIdx="3824"/>
  <p:cmAuthor id="3826" name="郝 建宇" initials="郝" lastIdx="0" clrIdx="3825"/>
  <p:cmAuthor id="3827" name="江" initials="l" lastIdx="0" clrIdx="3826"/>
  <p:cmAuthor id="3828" name="shen jy" initials="sj" lastIdx="0" clrIdx="3827"/>
  <p:cmAuthor id="3829" name="郭 洋" initials="郭" lastIdx="0" clrIdx="3828"/>
  <p:cmAuthor id="3830" name="pc wang" initials="pw" lastIdx="0" clrIdx="3829"/>
  <p:cmAuthor id="3831" name="瑞本 王" initials="瑞本" lastIdx="0" clrIdx="3830"/>
  <p:cmAuthor id="3832" name="王 学志" initials="王" lastIdx="0" clrIdx="3831"/>
  <p:cmAuthor id="3833" name="zhangh1367" initials="z" lastIdx="0" clrIdx="3832"/>
  <p:cmAuthor id="3834" name="wangey11" initials="w" lastIdx="0" clrIdx="3833"/>
  <p:cmAuthor id="3835" name="刘文红" initials="刘" lastIdx="0" clrIdx="3834"/>
  <p:cmAuthor id="3836" name="陈诗怡" initials="陈" lastIdx="0" clrIdx="3835"/>
  <p:cmAuthor id="3837" name="土豆逗逗逗～" initials="土" lastIdx="0" clrIdx="3836"/>
  <p:cmAuthor id="3838" name="lixf518" initials="l" lastIdx="0" clrIdx="3837"/>
  <p:cmAuthor id="3839" name="陈洪雷" initials="陈" lastIdx="0" clrIdx="3838"/>
  <p:cmAuthor id="3840" name="00083425" initials="0" lastIdx="0" clrIdx="3839"/>
  <p:cmAuthor id="3841" name="张琛宇" initials="张" lastIdx="0" clrIdx="3840"/>
  <p:cmAuthor id="3842" name="chou Thomas" initials="cT" lastIdx="0" clrIdx="3841"/>
  <p:cmAuthor id="3843" name="范 婷" initials="范" lastIdx="0" clrIdx="3842"/>
  <p:cmAuthor id="3844" name="licy1037" initials="l" lastIdx="0" clrIdx="3843"/>
  <p:cmAuthor id="3845" name="zhaozy183" initials="z" lastIdx="0" clrIdx="3844"/>
  <p:cmAuthor id="3846" name="10743" initials="1" lastIdx="0" clrIdx="3845"/>
  <p:cmAuthor id="3847" name="10181267" initials="1" lastIdx="0" clrIdx="3846"/>
  <p:cmAuthor id="3848" name="10278788" initials="1" lastIdx="0" clrIdx="3847"/>
  <p:cmAuthor id="3849" name="吴帅" initials="wus" lastIdx="0" clrIdx="3848"/>
  <p:cmAuthor id="3850" name="unicom412" initials="u" lastIdx="0" clrIdx="3849"/>
  <p:cmAuthor id="3851" name="10081076" initials="1" lastIdx="0" clrIdx="3850"/>
  <p:cmAuthor id="3852" name="谭晟中" initials="谭" lastIdx="0" clrIdx="3851"/>
  <p:cmAuthor id="3853" name="王 一飞" initials="王" lastIdx="0" clrIdx="3852"/>
  <p:cmAuthor id="3854" name="cyklovevv" initials="c" lastIdx="0" clrIdx="3853"/>
  <p:cmAuthor id="3855" name="于倩倩" initials="于" lastIdx="0" clrIdx="3854"/>
  <p:cmAuthor id="3856" name="顾红峰" initials="顾" lastIdx="0" clrIdx="3855"/>
  <p:cmAuthor id="3857" name="370369741@qq.com" initials="3" lastIdx="0" clrIdx="3856"/>
  <p:cmAuthor id="3858" name="杰 周" initials="杰周" lastIdx="0" clrIdx="3857"/>
  <p:cmAuthor id="3859" name="王春秀" initials="王" lastIdx="0" clrIdx="3858"/>
  <p:cmAuthor id="3860" name="黄 文" initials="黄" lastIdx="0" clrIdx="3859"/>
  <p:cmAuthor id="3861" name="yanzs18" initials="y" lastIdx="0" clrIdx="3860"/>
  <p:cmAuthor id="3862" name="陈静雯" initials="陈" lastIdx="0" clrIdx="3861"/>
  <p:cmAuthor id="3863" name="董苗苗" initials="董" lastIdx="0" clrIdx="3862"/>
  <p:cmAuthor id="3864" name="张正明" initials="张" lastIdx="0" clrIdx="3863"/>
  <p:cmAuthor id="3865" name="27229" initials="2" lastIdx="0" clrIdx="3864"/>
  <p:cmAuthor id="3866" name="王 伟" initials="王" lastIdx="0" clrIdx="3865"/>
  <p:cmAuthor id="3867" name="zhaoyu Li" initials="jz" lastIdx="0" clrIdx="3866"/>
  <p:cmAuthor id="3868" name="guqing" initials="g" lastIdx="0" clrIdx="3867"/>
  <p:cmAuthor id="3869" name="fengjianshe" initials="J.F." lastIdx="0" clrIdx="3868"/>
  <p:cmAuthor id="3870" name="zx" initials="z" lastIdx="0" clrIdx="3869"/>
  <p:cmAuthor id="3871" name="政企部" initials="政" lastIdx="0" clrIdx="3870"/>
  <p:cmAuthor id="3872" name="韩国鹏" initials="A" lastIdx="0" clrIdx="3871"/>
  <p:cmAuthor id="3873" name="Sun Guopeng" initials="SG" lastIdx="0" clrIdx="3872"/>
  <p:cmAuthor id="3874" name="unicom350" initials="u" lastIdx="0" clrIdx="3873"/>
  <p:cmAuthor id="3875" name="石钰" initials="q" lastIdx="0" clrIdx="3874"/>
  <p:cmAuthor id="3876" name="Zoey" initials="Z" lastIdx="0" clrIdx="3875"/>
  <p:cmAuthor id="3877" name="孙恬" initials="TS" lastIdx="0" clrIdx="3876"/>
  <p:cmAuthor id="3878" name="叶紫伊" initials="叶" lastIdx="0" clrIdx="3877"/>
  <p:cmAuthor id="3879" name="IOT" initials="I" lastIdx="0" clrIdx="3878"/>
  <p:cmAuthor id="3880" name="吴江" initials="微软中国" lastIdx="0" clrIdx="3879"/>
  <p:cmAuthor id="3881" name="Wanghua (Lucifer)" initials="W(" lastIdx="0" clrIdx="3880"/>
  <p:cmAuthor id="3882" name="18681251747@163.com" initials="1" lastIdx="0" clrIdx="3881"/>
  <p:cmAuthor id="3883" name="wuxm" initials="w" lastIdx="0" clrIdx="3882"/>
  <p:cmAuthor id="3884" name="xiaohan" initials="x" lastIdx="0" clrIdx="3883"/>
  <p:cmAuthor id="3885" name="zhoum" initials="z" lastIdx="0" clrIdx="3884"/>
  <p:cmAuthor id="3886" name="李雪清" initials="李" lastIdx="0" clrIdx="3885"/>
  <p:cmAuthor id="3887" name="slm" initials="X" lastIdx="0" clrIdx="3886"/>
  <p:cmAuthor id="3888" name="15005" initials="1" lastIdx="0" clrIdx="3887"/>
  <p:cmAuthor id="3889" name="office user" initials="ou" lastIdx="0" clrIdx="3888"/>
  <p:cmAuthor id="3890" name="卢 爱春" initials="卢" lastIdx="0" clrIdx="3889"/>
  <p:cmAuthor id="3891" name="Li Zhonglei" initials="LZ" lastIdx="0" clrIdx="3890"/>
  <p:cmAuthor id="3892" name="大安安" initials="大" lastIdx="0" clrIdx="3891"/>
  <p:cmAuthor id="3893" name="eminem" initials="e" lastIdx="0" clrIdx="3892"/>
  <p:cmAuthor id="3894" name="石 苗苗" initials="石" lastIdx="0" clrIdx="3893"/>
  <p:cmAuthor id="3895" name="You Zhou" initials="YZ" lastIdx="0" clrIdx="3894"/>
  <p:cmAuthor id="3896" name="sai han" initials="sh" lastIdx="0" clrIdx="3895"/>
  <p:cmAuthor id="3897" name="超'S 康皮呦特儿" initials="超" lastIdx="0" clrIdx="3896"/>
  <p:cmAuthor id="3898" name="云栖松" initials="云" lastIdx="0" clrIdx="3897"/>
  <p:cmAuthor id="3899" name="说给木瓜" initials="说" lastIdx="0" clrIdx="3898"/>
  <p:cmAuthor id="3900" name="姜楠" initials="姜" lastIdx="0" clrIdx="3899"/>
  <p:cmAuthor id="3901" name="紫琬" initials="紫" lastIdx="0" clrIdx="3900"/>
  <p:cmAuthor id="3902" name="恰瓜" initials="恰" lastIdx="0" clrIdx="3901"/>
  <p:cmAuthor id="3903" name="GJJ" initials="G" lastIdx="0" clrIdx="3902"/>
  <p:cmAuthor id="3904" name="陶娟" initials="陶" lastIdx="0" clrIdx="3903"/>
  <p:cmAuthor id="3905" name="Laptop Go" initials="L" lastIdx="0" clrIdx="3904"/>
  <p:cmAuthor id="3906" name="chenjy1018@outlook.com" initials="c" lastIdx="0" clrIdx="3905"/>
  <p:cmAuthor id="3907" name="asuspc" initials="a" lastIdx="0" clrIdx="3906"/>
  <p:cmAuthor id="3908" name="tk-taiyuan" initials="t" lastIdx="0" clrIdx="3907"/>
  <p:cmAuthor id="3909" name="王航" initials="王" lastIdx="0" clrIdx="3908"/>
  <p:cmAuthor id="3910" name="daiyi06" initials="d" lastIdx="0" clrIdx="3909"/>
  <p:cmAuthor id="3911" name="bai bai" initials="b" lastIdx="0" clrIdx="3910"/>
  <p:cmAuthor id="3912" name="McGlasson, Louise" initials="M" lastIdx="0" clrIdx="3911"/>
  <p:cmAuthor id="3913" name="huxiaoxi" initials="h" lastIdx="0" clrIdx="3912"/>
  <p:cmAuthor id="3914" name="倪学东" initials="Nixd" lastIdx="0" clrIdx="3913"/>
  <p:cmAuthor id="3915" name="雷占勃" initials="d" lastIdx="0" clrIdx="3914"/>
  <p:cmAuthor id="3916" name="18601103610@wo.cn" initials="1" lastIdx="0" clrIdx="3915"/>
  <p:cmAuthor id="3917" name="julyj" initials="j" lastIdx="0" clrIdx="3916"/>
  <p:cmAuthor id="3918" name="LZH" initials="L" lastIdx="0" clrIdx="3917"/>
  <p:cmAuthor id="3919" name="张森" initials="SZ" lastIdx="0" clrIdx="3918"/>
  <p:cmAuthor id="3920" name="Yeh" initials="Y" lastIdx="0" clrIdx="3919"/>
  <p:cmAuthor id="3921" name="华诞" initials="华" lastIdx="0" clrIdx="3920"/>
  <p:cmAuthor id="3922" name="xiecc5" initials="x" lastIdx="0" clrIdx="3921"/>
  <p:cmAuthor id="3923" name="b" initials="b" lastIdx="0" clrIdx="3922"/>
  <p:cmAuthor id="3924" name="阮嘉媛" initials="阮" lastIdx="0" clrIdx="3923"/>
  <p:cmAuthor id="3925" name="唐青柏" initials="唐" lastIdx="0" clrIdx="3924"/>
  <p:cmAuthor id="3926" name="wenqiang (I)" initials="w(" lastIdx="0" clrIdx="3925"/>
  <p:cmAuthor id="3927" name="15042" initials="1" lastIdx="0" clrIdx="3926"/>
  <p:cmAuthor id="3928" name="邓 永鹏" initials="邓" lastIdx="0" clrIdx="3927"/>
  <p:cmAuthor id="3929" name="张志强" initials="张志强" lastIdx="0" clrIdx="3928"/>
  <p:cmAuthor id="3930" name="Wenjing Zhang" initials="W" lastIdx="0" clrIdx="3929"/>
  <p:cmAuthor id="3931" name="Lennox" initials="L" lastIdx="0" clrIdx="3930"/>
  <p:cmAuthor id="3932" name="ciel" initials="c" lastIdx="0" clrIdx="3931"/>
  <p:cmAuthor id="3933" name="v2691" initials="v" lastIdx="0" clrIdx="3932"/>
  <p:cmAuthor id="3934" name="高军" initials="高" lastIdx="0" clrIdx="3933"/>
  <p:cmAuthor id="3935" name="Shymi" initials="S" lastIdx="0" clrIdx="3934"/>
  <p:cmAuthor id="3936" name="徐文_7nQzi2Mr" initials="authorId_570827183" lastIdx="0" clrIdx="3935"/>
  <p:cmAuthor id="3937" name="舟瑶" initials="舟瑶" lastIdx="0" clrIdx="3936"/>
  <p:cmAuthor id="3938" name="方鹤" initials="方鹤" lastIdx="0" clrIdx="3937"/>
  <p:cmAuthor id="3939" name="pengyu.chenpy" initials="p" lastIdx="0" clrIdx="3938"/>
  <p:cmAuthor id="3940" name="chenx" initials="chenx" lastIdx="0" clrIdx="3939"/>
  <p:cmAuthor id="3941" name="zhuaf" initials="zaf" lastIdx="0" clrIdx="3940"/>
  <p:cmAuthor id="3942" name="micromap" initials="m" lastIdx="0" clrIdx="3941"/>
  <p:cmAuthor id="3943" name="hsscholl" initials="h" lastIdx="0" clrIdx="3942"/>
  <p:cmAuthor id="3944" name="kangjie" initials="A" lastIdx="0" clrIdx="3943"/>
  <p:cmAuthor id="3945" name="89709" initials="8" lastIdx="0" clrIdx="3944"/>
  <p:cmAuthor id="3946" name="逸凡 张" initials="逸凡" lastIdx="0" clrIdx="3945"/>
  <p:cmAuthor id="3947" name="jason Xue" initials="jX" lastIdx="0" clrIdx="3946"/>
  <p:cmAuthor id="3948" name="周宇骋" initials="周" lastIdx="0" clrIdx="3947"/>
  <p:cmAuthor id="3949" name="wly15" initials="w" lastIdx="0" clrIdx="3948"/>
  <p:cmAuthor id="3950" name="gaota" initials="g" lastIdx="0" clrIdx="3949"/>
  <p:cmAuthor id="3951" name="TCA" initials="T" lastIdx="0" clrIdx="3950"/>
  <p:cmAuthor id="3952" name="12989" initials="1" lastIdx="0" clrIdx="3951"/>
  <p:cmAuthor id="3953" name="yan shiqi" initials="ys" lastIdx="0" clrIdx="3952"/>
  <p:cmAuthor id="3954" name="327724926@qq.com" initials="" lastIdx="0" clrIdx="3953"/>
  <p:cmAuthor id="3955" name="汪睿" initials="" lastIdx="0" clrIdx="3954"/>
  <p:cmAuthor id="3956" name="zhaiyu" initials="z" lastIdx="0" clrIdx="3955"/>
  <p:cmAuthor id="3957" name="翟 宇" initials="翟" lastIdx="0" clrIdx="3956"/>
  <p:cmAuthor id="3958" name="王慧敏" initials="王慧敏" lastIdx="0" clrIdx="3957"/>
  <p:cmAuthor id="3959" name="王帆" initials="王" lastIdx="0" clrIdx="3958"/>
  <p:cmAuthor id="3960" name="剑碧 颜" initials="剑颜" lastIdx="0" clrIdx="3959"/>
  <p:cmAuthor id="3961" name="Xmj" initials="X" lastIdx="0" clrIdx="3960"/>
  <p:cmAuthor id="3962" name="琳 李" initials="琳" lastIdx="0" clrIdx="3961"/>
  <p:cmAuthor id="3963" name="AH" initials="A" lastIdx="0" clrIdx="3962"/>
  <p:cmAuthor id="3964" name="安安" initials="安" lastIdx="0" clrIdx="3963"/>
  <p:cmAuthor id="3965" name="陈浩然" initials="陈" lastIdx="0" clrIdx="3964"/>
  <p:cmAuthor id="3966" name="Jing Zhai(联通集团技术部)" initials="JZ" lastIdx="0" clrIdx="3965"/>
  <p:cmAuthor id="3967" name="unicom1" initials="u" lastIdx="0" clrIdx="3966"/>
  <p:cmAuthor id="3968" name="wang yahui" initials="wy" lastIdx="0" clrIdx="3967"/>
  <p:cmAuthor id="3969" name="熊婷" initials="xt" lastIdx="0" clrIdx="3968"/>
  <p:cmAuthor id="3970" name="mawei19" initials="m" lastIdx="0" clrIdx="3969"/>
  <p:cmAuthor id="3971" name="番茄花园" initials="番" lastIdx="0" clrIdx="3970"/>
  <p:cmAuthor id="3972" name="RocPeng" initials="R" lastIdx="0" clrIdx="3971"/>
  <p:cmAuthor id="3973" name="10335529" initials="1" lastIdx="0" clrIdx="3972"/>
  <p:cmAuthor id="3974" name="gejin" initials="g" lastIdx="0" clrIdx="3973"/>
  <p:cmAuthor id="3975" name="王奎" initials="王" lastIdx="0" clrIdx="3974"/>
  <p:cmAuthor id="3976" name="李启旺" initials="李" lastIdx="0" clrIdx="3975"/>
  <p:cmAuthor id="3977" name="haha" initials="h" lastIdx="0" clrIdx="3976"/>
  <p:cmAuthor id="3978" name="lirl35" initials="lirl" lastIdx="0" clrIdx="3977"/>
  <p:cmAuthor id="3979" name="韩宇峰" initials="韩" lastIdx="0" clrIdx="3978"/>
  <p:cmAuthor id="3980" name="未知用户473" initials="未" lastIdx="0" clrIdx="3979"/>
  <p:cmAuthor id="3981" name="未知用户489" initials="未" lastIdx="0" clrIdx="3980"/>
  <p:cmAuthor id="3982" name="赵 小梅" initials="赵" lastIdx="0" clrIdx="3981"/>
  <p:cmAuthor id="3983" name="Mark Simborg" initials="MS" lastIdx="0" clrIdx="3982"/>
  <p:cmAuthor id="3984" name="张佳宁" initials="张" lastIdx="0" clrIdx="3983"/>
  <p:cmAuthor id="3985" name="谢毅" initials="谢" lastIdx="0" clrIdx="3984"/>
  <p:cmAuthor id="3986" name="10099398" initials="LL" lastIdx="0" clrIdx="3985"/>
  <p:cmAuthor id="3987" name="Yu Yang" initials="YY" lastIdx="0" clrIdx="3986"/>
  <p:cmAuthor id="3988" name="陈必荣" initials="陈" lastIdx="0" clrIdx="3987"/>
  <p:cmAuthor id="3989" name="shawn" initials="s" lastIdx="0" clrIdx="3988"/>
  <p:cmAuthor id="3990" name="Sakuya" initials="S" lastIdx="0" clrIdx="3989"/>
  <p:cmAuthor id="3991" name="小新" initials="小" lastIdx="0" clrIdx="3990"/>
  <p:cmAuthor id="3992" name="赵栋梁" initials="赵" lastIdx="0" clrIdx="3991"/>
  <p:cmAuthor id="3993" name="清" initials="清" lastIdx="0" clrIdx="3992"/>
  <p:cmAuthor id="3994" name="muq" initials="m" lastIdx="0" clrIdx="3993"/>
  <p:cmAuthor id="3995" name="liuchl" initials="l" lastIdx="0" clrIdx="3994"/>
  <p:cmAuthor id="3996" name="志强 刘" initials="志刘" lastIdx="0" clrIdx="3995"/>
  <p:cmAuthor id="3997" name="王子文" initials="王" lastIdx="0" clrIdx="3996"/>
  <p:cmAuthor id="3998" name="王泖" initials="王" lastIdx="0" clrIdx="3997"/>
  <p:cmAuthor id="3999" name="QIAN" initials="Q" lastIdx="0" clrIdx="3998"/>
  <p:cmAuthor id="4000" name="18800" initials="1" lastIdx="0" clrIdx="3999"/>
  <p:cmAuthor id="4001" name="范 迪" initials="范" lastIdx="0" clrIdx="4000"/>
  <p:cmAuthor id="4002" name="yahui wang" initials="yw" lastIdx="0" clrIdx="4001"/>
  <p:cmAuthor id="4003" name="王承豪" initials="王" lastIdx="0" clrIdx="4002"/>
  <p:cmAuthor id="4004" name="芳" initials="芳" lastIdx="0" clrIdx="4003"/>
  <p:cmAuthor id="4005" name="Yin Lu(联通上海市本部)" initials="YL" lastIdx="0" clrIdx="4004"/>
  <p:cmAuthor id="4006" name="李静文" initials="l" lastIdx="0" clrIdx="4005"/>
  <p:cmAuthor id="4007" name="孙海涛" initials="s" lastIdx="0" clrIdx="4006"/>
  <p:cmAuthor id="4008" name="yell" initials="y" lastIdx="0" clrIdx="4007"/>
  <p:cmAuthor id="4009" name="yangll27" initials="y" lastIdx="0" clrIdx="4008"/>
  <p:cmAuthor id="4010" name="wangj443" initials="w" lastIdx="0" clrIdx="4009"/>
  <p:cmAuthor id="4011" name="王紫萌" initials="紫萌" lastIdx="0" clrIdx="4010"/>
  <p:cmAuthor id="4012" name="ZTE04" initials="ZTE04" lastIdx="0" clrIdx="4011"/>
  <p:cmAuthor id="4013" name="h" initials="h" lastIdx="0" clrIdx="4012"/>
  <p:cmAuthor id="4014" name="季蓓" initials="季" lastIdx="0" clrIdx="4013"/>
  <p:cmAuthor id="4015" name="chengx64" initials="c" lastIdx="0" clrIdx="4014"/>
  <p:cmAuthor id="4016" name="刘铭" initials="刘" lastIdx="0" clrIdx="4015"/>
  <p:cmAuthor id="4017" name="cui jason" initials="" lastIdx="0" clrIdx="4016"/>
  <p:cmAuthor id="4018" name="杨莉" initials="杨" lastIdx="0" clrIdx="4017"/>
  <p:cmAuthor id="4019" name="郝超仁" initials="郝" lastIdx="0" clrIdx="4018"/>
  <p:cmAuthor id="4020" name="黎海霞" initials="黎" lastIdx="0" clrIdx="4019"/>
  <p:cmAuthor id="4021" name="马彧婷" initials="马" lastIdx="0" clrIdx="4020"/>
  <p:cmAuthor id="4022" name="张少荣" initials="张" lastIdx="0" clrIdx="4021"/>
  <p:cmAuthor id="4023" name="单晓艳" initials="单" lastIdx="0" clrIdx="4022"/>
  <p:cmAuthor id="4024" name="常立军" initials="常" lastIdx="0" clrIdx="4023"/>
  <p:cmAuthor id="4025" name="LilithZhang" initials="ZYJ" lastIdx="0" clrIdx="4024"/>
  <p:cmAuthor id="4026" name="雷佳烨" initials="雷" lastIdx="0" clrIdx="4025"/>
  <p:cmAuthor id="4027" name="喻 文军" initials="喻" lastIdx="0" clrIdx="4026"/>
  <p:cmAuthor id="4028" name="li fei" initials="lf" lastIdx="0" clrIdx="4027"/>
  <p:cmAuthor id="4029" name="付鹏程" initials="付鹏程" lastIdx="0" clrIdx="4028"/>
  <p:cmAuthor id="4030" name="Bao Ying" initials="BY" lastIdx="0" clrIdx="4029"/>
  <p:cmAuthor id="4031" name="wlj352" initials="w" lastIdx="0" clrIdx="4030"/>
  <p:cmAuthor id="4032" name="36068" initials="3" lastIdx="0" clrIdx="4031"/>
  <p:cmAuthor id="4033" name="00026028" initials="0" lastIdx="0" clrIdx="4032"/>
  <p:cmAuthor id="4034" name="Zouyongjun (Gavin)" initials="Z(" lastIdx="0" clrIdx="4033"/>
  <p:cmAuthor id="4035" name="于明雷" initials="于" lastIdx="0" clrIdx="4034"/>
  <p:cmAuthor id="4036" name="武霞" initials="武" lastIdx="0" clrIdx="4035"/>
  <p:cmAuthor id="4037" name="xianzhao" initials="x" lastIdx="0" clrIdx="4036"/>
  <p:cmAuthor id="4038" name="shugu" initials="s" lastIdx="0" clrIdx="4037"/>
  <p:cmAuthor id="4039" name="张维" initials="张" lastIdx="0" clrIdx="4038"/>
  <p:cmAuthor id="4040" name="xiaoyuan" initials="x" lastIdx="0" clrIdx="4039"/>
  <p:cmAuthor id="4041" name="fanzhen" initials="f" lastIdx="0" clrIdx="4040"/>
  <p:cmAuthor id="4042" name="gkao6" initials="g" lastIdx="0" clrIdx="4041"/>
  <p:cmAuthor id="4043" name="sufei" initials="s" lastIdx="0" clrIdx="4042"/>
  <p:cmAuthor id="4044" name="李勇民" initials="WU" lastIdx="0" clrIdx="4043"/>
  <p:cmAuthor id="4045" name="陈伟城" initials="陈" lastIdx="0" clrIdx="4044"/>
  <p:cmAuthor id="4046" name="admin26" initials="a" lastIdx="0" clrIdx="4045"/>
  <p:cmAuthor id="4047" name="ljm" initials="l" lastIdx="0" clrIdx="4046"/>
  <p:cmAuthor id="4048" name="chenhuiting" initials="c" lastIdx="0" clrIdx="4047"/>
  <p:cmAuthor id="4049" name="杨 明" initials="杨" lastIdx="0" clrIdx="4048"/>
  <p:cmAuthor id="4050" name="LiuYan" initials="L" lastIdx="0" clrIdx="4049"/>
  <p:cmAuthor id="4051" name="赵婉蓉" initials="赵" lastIdx="0" clrIdx="4050"/>
  <p:cmAuthor id="4052" name="邹一帆" initials="A" lastIdx="0" clrIdx="4051"/>
  <p:cmAuthor id="4053" name="陈雅静" initials="c" lastIdx="0" clrIdx="4052"/>
  <p:cmAuthor id="4054" name="郭大军" initials="郭" lastIdx="0" clrIdx="4053"/>
  <p:cmAuthor id="4055" name="weigq" initials="李weiguoqi" lastIdx="0" clrIdx="4054"/>
  <p:cmAuthor id="4056" name="10077969" initials="10077969" lastIdx="0" clrIdx="4055"/>
  <p:cmAuthor id="4057" name="左 金龙" initials="左" lastIdx="0" clrIdx="4056"/>
  <p:cmAuthor id="4058" name="唐小唐" initials="唐" lastIdx="0" clrIdx="4057"/>
  <p:cmAuthor id="4059" name="汪罡" initials="汪" lastIdx="0" clrIdx="4058"/>
  <p:cmAuthor id="4060" name="Changing Zhuang" initials="C" lastIdx="0" clrIdx="4059"/>
  <p:cmAuthor id="4061" name="晓宇" initials="晓" lastIdx="0" clrIdx="4060"/>
  <p:cmAuthor id="4062" name="百里 长青" initials="百" lastIdx="0" clrIdx="4061"/>
  <p:cmAuthor id="4063" name="丶PanH" initials="丶" lastIdx="0" clrIdx="4062"/>
  <p:cmAuthor id="4064" name="ʚ龙凝ɞ   " initials="ʚ" lastIdx="0" clrIdx="4063"/>
  <p:cmAuthor id="4065" name="Bart Baranowski (HI)" initials="B" lastIdx="0" clrIdx="4064"/>
  <p:cmAuthor id="4066" name="孟轩君" initials="孟" lastIdx="0" clrIdx="4065"/>
  <p:cmAuthor id="4067" name="古二蛋" initials="古" lastIdx="0" clrIdx="4066"/>
  <p:cmAuthor id="4068" name="灰花儿黑地儿小白兔" initials="灰" lastIdx="0" clrIdx="4067"/>
  <p:cmAuthor id="4069" name="用户查看" initials="用" lastIdx="0" clrIdx="4068"/>
  <p:cmAuthor id="4070" name="兔兔" initials="兔" lastIdx="0" clrIdx="4069"/>
  <p:cmAuthor id="4071" name="媛" initials="媛" lastIdx="0" clrIdx="4070"/>
  <p:cmAuthor id="4072" name="源 王" initials="源王" lastIdx="0" clrIdx="4071"/>
  <p:cmAuthor id="4073" name="文武贝" initials="文" lastIdx="0" clrIdx="4072"/>
  <p:cmAuthor id="4074" name="碎声" initials="碎" lastIdx="0" clrIdx="4073"/>
  <p:cmAuthor id="4075" name="破晓" initials="破" lastIdx="0" clrIdx="4074"/>
  <p:cmAuthor id="4076" name="姜熠龙" initials="姜" lastIdx="0" clrIdx="4075"/>
  <p:cmAuthor id="4077" name="怪咕隆咚" initials="怪" lastIdx="0" clrIdx="4076"/>
  <p:cmAuthor id="4078" name="沙瑞金书记" initials="沙" lastIdx="0" clrIdx="4077"/>
  <p:cmAuthor id="4079" name="卡布奇诺1384249228" initials="卡" lastIdx="0" clrIdx="4078"/>
  <p:cmAuthor id="4080" name="梦逍遥" initials="梦" lastIdx="0" clrIdx="4079"/>
  <p:cmAuthor id="4081" name="核易" initials="核" lastIdx="0" clrIdx="4080"/>
  <p:cmAuthor id="4082" name="一桶" initials="一" lastIdx="0" clrIdx="4081"/>
  <p:cmAuthor id="4083" name="直觉" initials="直" lastIdx="0" clrIdx="4082"/>
  <p:cmAuthor id="4084" name="Viewer" initials="Viewer" lastIdx="0" clrIdx="4083"/>
  <p:cmAuthor id="4085" name="╰醉爱‘’" initials="╰" lastIdx="0" clrIdx="4084"/>
  <p:cmAuthor id="4086" name="！！！" initials="！" lastIdx="0" clrIdx="4085"/>
  <p:cmAuthor id="4087" name="妞妞妹儿" initials="妞" lastIdx="0" clrIdx="4086"/>
  <p:cmAuthor id="4088" name="面包真好吃" initials="面" lastIdx="0" clrIdx="4087"/>
  <p:cmAuthor id="4089" name="丹 dean" initials="丹d" lastIdx="0" clrIdx="4088"/>
  <p:cmAuthor id="4090" name="年糕蘸白糖" initials="年" lastIdx="0" clrIdx="4089"/>
  <p:cmAuthor id="4091" name="方芳芳" initials="方" lastIdx="0" clrIdx="4090"/>
  <p:cmAuthor id="4092" name="unicom360" initials="u" lastIdx="0" clrIdx="4091"/>
  <p:cmAuthor id="4093" name="盛佳兵" initials="盛" lastIdx="0" clrIdx="4092"/>
  <p:cmAuthor id="4094" name="隆敏玲" initials="隆" lastIdx="0" clrIdx="4093"/>
  <p:cmAuthor id="4095" name="CDunicom" initials="C" lastIdx="0" clrIdx="4094"/>
  <p:cmAuthor id="4096" name="10221166" initials="1" lastIdx="0" clrIdx="4095"/>
  <p:cmAuthor id="4097" name="谭政" initials="谭" lastIdx="0" clrIdx="4096"/>
  <p:cmAuthor id="4098" name="李志强" initials="李" lastIdx="0" clrIdx="4097"/>
  <p:cmAuthor id="4099" name="27217" initials="2" lastIdx="0" clrIdx="4098"/>
  <p:cmAuthor id="4100" name="ling long" initials="ll" lastIdx="0" clrIdx="4099"/>
  <p:cmAuthor id="4101" name="周 辉" initials="周" lastIdx="0" clrIdx="4100"/>
  <p:cmAuthor id="4102" name="张帅" initials="张" lastIdx="0" clrIdx="4101"/>
  <p:cmAuthor id="4103" name="赵 卫祥" initials="赵" lastIdx="0" clrIdx="4102"/>
  <p:cmAuthor id="4104" name="ZHAI TING" initials="Z" lastIdx="0" clrIdx="4103"/>
  <p:cmAuthor id="4105" name="果 杨" initials="果杨" lastIdx="0" clrIdx="4104"/>
  <p:cmAuthor id="4106" name="26080314@qq.com" initials="2" lastIdx="0" clrIdx="4105"/>
  <p:cmAuthor id="4107" name="沈米嘉" initials="沈" lastIdx="0" clrIdx="4106"/>
  <p:cmAuthor id="4108" name="xiaoming chang" initials="xc" lastIdx="0" clrIdx="4107"/>
  <p:cmAuthor id="4109" name="huxiaolu" initials="h" lastIdx="0" clrIdx="4108"/>
  <p:cmAuthor id="4110" name="songlinyan" initials="s" lastIdx="0" clrIdx="4109"/>
  <p:cmAuthor id="4111" name="Hans Neff" initials="HN" lastIdx="0" clrIdx="4110"/>
  <p:cmAuthor id="4112" name="陈 征" initials="陈" lastIdx="0" clrIdx="4111"/>
  <p:cmAuthor id="4113" name="宋娟00023810" initials="宋娟00023810" lastIdx="0" clrIdx="4112"/>
  <p:cmAuthor id="4114" name="10000509" initials="1" lastIdx="0" clrIdx="4113"/>
  <p:cmAuthor id="4115" name="李锦" initials="李" lastIdx="0" clrIdx="4114"/>
  <p:cmAuthor id="4116" name="wangs" initials="w" lastIdx="0" clrIdx="4115"/>
  <p:cmAuthor id="4117" name="刘 翀" initials="刘" lastIdx="0" clrIdx="4116"/>
  <p:cmAuthor id="4118" name="李晓燕" initials="u" lastIdx="0" clrIdx="4117"/>
  <p:cmAuthor id="4119" name="CN=吴双/OU=wushuang/O=jxmobile" initials="u" lastIdx="0" clrIdx="4118"/>
  <p:cmAuthor id="4120" name="马 啸" initials="马" lastIdx="0" clrIdx="4119"/>
  <p:cmAuthor id="4121" name="vich" initials="v" lastIdx="0" clrIdx="4120"/>
  <p:cmAuthor id="4122" name="xiaweiwei" initials="x" lastIdx="0" clrIdx="4121"/>
  <p:cmAuthor id="4123" name="usher" initials="u" lastIdx="0" clrIdx="4122"/>
  <p:cmAuthor id="4124" name="wangwentao@cmhi.cmcc" initials="admin" lastIdx="0" clrIdx="4123"/>
  <p:cmAuthor id="4125" name="ChenHJ" initials="C" lastIdx="0" clrIdx="4124"/>
  <p:cmAuthor id="4126" name="徐亮" initials="XL" lastIdx="0" clrIdx="4125"/>
  <p:cmAuthor id="4127" name="Yukki" initials="Y" lastIdx="0" clrIdx="4126"/>
  <p:cmAuthor id="4128" name="huangsifei" initials="h" lastIdx="0" clrIdx="4127"/>
  <p:cmAuthor id="4129" name="Qlstc" initials="Q" lastIdx="0" clrIdx="4128"/>
  <p:cmAuthor id="4130" name="泾伦" initials="泾伦" lastIdx="0" clrIdx="4129"/>
  <p:cmAuthor id="4131" name="Caixiaojin" initials="C" lastIdx="0" clrIdx="4130"/>
  <p:cmAuthor id="4132" name="景璐" initials="j" lastIdx="0" clrIdx="4131"/>
  <p:cmAuthor id="4133" name="migu" initials="m" lastIdx="0" clrIdx="4132"/>
  <p:cmAuthor id="4134" name="huangzuodi" initials="h" lastIdx="0" clrIdx="4133"/>
  <p:cmAuthor id="4135" name="Kevin" initials="K" lastIdx="0" clrIdx="4134"/>
  <p:cmAuthor id="4136" name="caipeiyuan@sd.cmcc" initials="caipeiyuan" lastIdx="0" clrIdx="4135"/>
  <p:cmAuthor id="4137" name="张天" initials="张" lastIdx="0" clrIdx="4136"/>
  <p:cmAuthor id="4138" name="WPS_1689822718" initials="W" lastIdx="0" clrIdx="4137"/>
  <p:cmAuthor id="4139" name="wangzhuodong" initials="w" lastIdx="0" clrIdx="4138"/>
  <p:cmAuthor id="4140" name="yj W" initials="yW" lastIdx="0" clrIdx="4139"/>
  <p:cmAuthor id="4141" name="徐麟" initials="u" lastIdx="0" clrIdx="4140"/>
  <p:cmAuthor id="4142" name="Kristin" initials="K" lastIdx="0" clrIdx="4141"/>
  <p:cmAuthor id="4143" name="尔尔" initials="尔" lastIdx="0" clrIdx="4142"/>
  <p:cmAuthor id="4144" name="陈聪" initials="陈" lastIdx="0" clrIdx="4143"/>
  <p:cmAuthor id="4145" name="qianhaifeng" initials="q" lastIdx="0" clrIdx="4144"/>
  <p:cmAuthor id="4146" name="张琪/信息技术部/Zmcc" initials="张琪" lastIdx="0" clrIdx="4145"/>
  <p:cmAuthor id="4147" name="lin bi" initials="lb" lastIdx="0" clrIdx="4146"/>
  <p:cmAuthor id="4148" name="程嘉" initials="c" lastIdx="0" clrIdx="4147"/>
  <p:cmAuthor id="4149" name="高胜保" initials="g" lastIdx="0" clrIdx="4148"/>
  <p:cmAuthor id="4150" name="xbany" initials="xb21cn" lastIdx="0" clrIdx="4149"/>
  <p:cmAuthor id="4151" name="23" initials="2" lastIdx="0" clrIdx="4150"/>
  <p:cmAuthor id="4152" name="Jerry Yu" initials="J" lastIdx="0" clrIdx="4151"/>
  <p:cmAuthor id="4153" name="香水猪" initials="香" lastIdx="0" clrIdx="4152"/>
  <p:cmAuthor id="4154" name="宋桂祥" initials="宋" lastIdx="0" clrIdx="4153"/>
  <p:cmAuthor id="4155" name="10090896" initials="1" lastIdx="0" clrIdx="4154"/>
  <p:cmAuthor id="4156" name="Gushahe" initials="G" lastIdx="0" clrIdx="4155"/>
  <p:cmAuthor id="4157" name="M lk" initials="Ml" lastIdx="0" clrIdx="4156"/>
  <p:cmAuthor id="4158" name="双" initials="双" lastIdx="0" clrIdx="4157"/>
  <p:cmAuthor id="4159" name="w x" initials="wx" lastIdx="0" clrIdx="4158"/>
  <p:cmAuthor id="4160" name="lenoov" initials="l" lastIdx="0" clrIdx="4159"/>
  <p:cmAuthor id="4161" name="645200516@qq.com" initials="6" lastIdx="0" clrIdx="4160"/>
  <p:cmAuthor id="4162" name="卞小宇" initials="卞" lastIdx="0" clrIdx="4161"/>
  <p:cmAuthor id="4163" name="香草酒" initials="香" lastIdx="0" clrIdx="4162"/>
  <p:cmAuthor id="4164" name="何 伟" initials="何" lastIdx="0" clrIdx="4163"/>
  <p:cmAuthor id="4165" name="S 风" initials="S风" lastIdx="0" clrIdx="4164"/>
  <p:cmAuthor id="4166" name="丁华乐_qaMraEby" initials="authorId_616659736" lastIdx="0" clrIdx="4165"/>
  <p:cmAuthor id="4167" name="虞新颖_36fmV3QV" initials="authorId_321496044" lastIdx="0" clrIdx="4166"/>
  <p:cmAuthor id="4168" name="鲁琪_ayIzYrYZ" initials="authorId_602698507" lastIdx="0" clrIdx="4167"/>
  <p:cmAuthor id="4169" name="zhaojunjie" initials="z" lastIdx="0" clrIdx="4168"/>
  <p:cmAuthor id="4170" name="未知用户476" initials="未" lastIdx="0" clrIdx="4169"/>
  <p:cmAuthor id="4171" name="未知用户478" initials="未" lastIdx="0" clrIdx="4170"/>
  <p:cmAuthor id="4172" name="zilong.li" initials="z" lastIdx="0" clrIdx="4171"/>
  <p:cmAuthor id="4173" name="weilizz" initials="weilizz" lastIdx="0" clrIdx="4172"/>
  <p:cmAuthor id="4174" name="guoshasha@hq.cmcc" initials="guoshasha" lastIdx="0" clrIdx="4173"/>
  <p:cmAuthor id="4175" name="chenyu" initials="c" lastIdx="0" clrIdx="4174"/>
  <p:cmAuthor id="4176" name="唐晓婷" initials="唐" lastIdx="0" clrIdx="4175"/>
  <p:cmAuthor id="4177" name="MRY" initials="M" lastIdx="0" clrIdx="4176"/>
  <p:cmAuthor id="4178" name="文" initials="文" lastIdx="0" clrIdx="4177"/>
  <p:cmAuthor id="4179" name="W_L" initials="W" lastIdx="0" clrIdx="4178"/>
  <p:cmAuthor id="4180" name="yue jinxiang" initials="y" lastIdx="0" clrIdx="4179"/>
  <p:cmAuthor id="4181" name="PoiSSon" initials="P" lastIdx="0" clrIdx="4180"/>
  <p:cmAuthor id="4182" name="wangleiit2" initials="w" lastIdx="0" clrIdx="4181"/>
  <p:cmAuthor id="4183" name="Halfmoon" initials="H" lastIdx="0" clrIdx="4182"/>
  <p:cmAuthor id="4184" name="晨曦_n6n2bAVB" initials="authorId_925318141" lastIdx="0" clrIdx="4183"/>
  <p:cmAuthor id="4185" name="DaiZhengYuan" initials="D" lastIdx="0" clrIdx="4184"/>
  <p:cmAuthor id="4186" name="Office" initials="O" lastIdx="0" clrIdx="4185"/>
  <p:cmAuthor id="4187" name="刘梅天" initials="刘梅天" lastIdx="0" clrIdx="4186"/>
  <p:cmAuthor id="4188" name="李超（IT）" initials="L" lastIdx="0" clrIdx="4187"/>
  <p:cmAuthor id="4189" name="ndkh22" initials="n" lastIdx="0" clrIdx="4188"/>
  <p:cmAuthor id="4190" name="陈蕾" initials="陈" lastIdx="0" clrIdx="4189"/>
  <p:cmAuthor id="4191" name="蒋和平" initials="蒋" lastIdx="0" clrIdx="4190"/>
  <p:cmAuthor id="4192" name="eric" initials="e" lastIdx="0" clrIdx="4191"/>
  <p:cmAuthor id="4193" name="52631" initials="5" lastIdx="0" clrIdx="4192"/>
  <p:cmAuthor id="4194" name="ZZ" initials="zhedlzhao" lastIdx="0" clrIdx="4193"/>
  <p:cmAuthor id="4195" name="曾帅" initials="曾" lastIdx="0" clrIdx="4194"/>
  <p:cmAuthor id="4196" name="heyingjian" initials="h" lastIdx="0" clrIdx="4195"/>
  <p:cmAuthor id="4197" name="xuyang" initials="x" lastIdx="0" clrIdx="4196"/>
  <p:cmAuthor id="4198" name="10146393" initials="1" lastIdx="0" clrIdx="4197"/>
  <p:cmAuthor id="4199" name="x00221971" initials="" lastIdx="0" clrIdx="4198"/>
  <p:cmAuthor id="4200" name="鹿蜀" initials="鹿" lastIdx="0" clrIdx="4199"/>
  <p:cmAuthor id="4201" name="肖 永江" initials="肖" lastIdx="0" clrIdx="4200"/>
  <p:cmAuthor id="4202" name="刘昭" initials="x" lastIdx="0" clrIdx="4201"/>
  <p:cmAuthor id="4203" name="yang li" initials="yl" lastIdx="0" clrIdx="4202"/>
  <p:cmAuthor id="4204" name="liweihua1@gx.cmcc" initials="l" lastIdx="0" clrIdx="4203"/>
  <p:cmAuthor id="4205" name="朱磊" initials="朱" lastIdx="0" clrIdx="4204"/>
  <p:cmAuthor id="4206" name="wujiwen@sn.cmcc" initials="w" lastIdx="0" clrIdx="4205"/>
  <p:cmAuthor id="4207" name="殷一非" initials="殷" lastIdx="0" clrIdx="4206"/>
  <p:cmAuthor id="4208" name="ocean" initials="o" lastIdx="0" clrIdx="4207"/>
  <p:cmAuthor id="4209" name="Tianchi Yao" initials="TY" lastIdx="0" clrIdx="4208"/>
  <p:cmAuthor id="4210" name="阮 德平" initials="阮" lastIdx="0" clrIdx="4209"/>
  <p:cmAuthor id="4211" name="罗平_QfY3MnyU" initials="authorId_1512265542" lastIdx="0" clrIdx="4210"/>
  <p:cmAuthor id="4212" name="shanshuyao@sd.cmcc" initials="shanshuyao@sd.cmcc" lastIdx="0" clrIdx="4211"/>
  <p:cmAuthor id="4213" name="huangweijing" initials="h" lastIdx="0" clrIdx="4212"/>
  <p:cmAuthor id="4214" name="奇迹君临天下" initials="奇" lastIdx="0" clrIdx="4213"/>
  <p:cmAuthor id="4215" name="10375" initials="1" lastIdx="0" clrIdx="4214"/>
  <p:cmAuthor id="4216" name="Jenel" initials="J" lastIdx="0" clrIdx="4215"/>
  <p:cmAuthor id="4217" name="俞 芳婷" initials="俞" lastIdx="0" clrIdx="4216"/>
  <p:cmAuthor id="4218" name="wangwei" initials="vv" lastIdx="0" clrIdx="4217"/>
  <p:cmAuthor id="4219" name="zhangxin" initials="z" lastIdx="0" clrIdx="4218"/>
  <p:cmAuthor id="4220" name="guoxx" initials="g" lastIdx="0" clrIdx="4219"/>
  <p:cmAuthor id="4221" name="光耀" initials="光" lastIdx="0" clrIdx="4220"/>
  <p:cmAuthor id="4222" name="Lizc" initials="L" lastIdx="0" clrIdx="4221"/>
  <p:cmAuthor id="4223" name="杨大龙" initials="v.p." lastIdx="0" clrIdx="4222"/>
  <p:cmAuthor id="4224" name="马露" initials="马" lastIdx="0" clrIdx="4223"/>
  <p:cmAuthor id="4225" name="郭廷梁" initials="郭" lastIdx="0" clrIdx="4224"/>
  <p:cmAuthor id="4226" name="Crystal" initials="C" lastIdx="0" clrIdx="4225"/>
  <p:cmAuthor id="4227" name="王今朝" initials="王" lastIdx="0" clrIdx="4226"/>
  <p:cmAuthor id="4228" name="汤姆" initials="汤" lastIdx="0" clrIdx="4227"/>
  <p:cmAuthor id="4229" name="d s" initials="ds" lastIdx="0" clrIdx="4228"/>
  <p:cmAuthor id="4230" name="佟" initials="佟" lastIdx="0" clrIdx="4229"/>
  <p:cmAuthor id="4231" name="ss w" initials="sw" lastIdx="0" clrIdx="4230"/>
  <p:cmAuthor id="4232" name="魏玮" initials="L" lastIdx="0" clrIdx="4231"/>
  <p:cmAuthor id="4233" name="yx" initials="y" lastIdx="0" clrIdx="4232"/>
  <p:cmAuthor id="4234" name="肖楠" initials="肖" lastIdx="0" clrIdx="4233"/>
  <p:cmAuthor id="4235" name="ZJ" initials="zj" lastIdx="0" clrIdx="4234"/>
  <p:cmAuthor id="4236" name="10080235" initials="1" lastIdx="0" clrIdx="4235"/>
  <p:cmAuthor id="4237" name="白志鹏" initials="白" lastIdx="0" clrIdx="4236"/>
  <p:cmAuthor id="4238" name="祁静" initials="祁" lastIdx="0" clrIdx="4237"/>
  <p:cmAuthor id="4239" name="Zhao Rand" initials="ZR" lastIdx="0" clrIdx="4238"/>
  <p:cmAuthor id="4240" name="TJ" initials="T" lastIdx="0" clrIdx="4239"/>
  <p:cmAuthor id="4241" name="尹煜文" initials="尹" lastIdx="0" clrIdx="4240"/>
  <p:cmAuthor id="4242" name="秦秀梅" initials="秦" lastIdx="0" clrIdx="4241"/>
  <p:cmAuthor id="4243" name="WPS_1559704321" initials="W" lastIdx="0" clrIdx="4242"/>
  <p:cmAuthor id="4244" name="WPS_1739235068" initials="W" lastIdx="0" clrIdx="4243"/>
  <p:cmAuthor id="4245" name="•锋" initials="•" lastIdx="0" clrIdx="4244"/>
  <p:cmAuthor id="4246" name="zhanglei" initials="z" lastIdx="0" clrIdx="4245"/>
  <p:cmAuthor id="4247" name="run^o^bo" initials="r" lastIdx="0" clrIdx="4246"/>
  <p:cmAuthor id="4248" name="李秋菊" initials="李" lastIdx="0" clrIdx="4247"/>
  <p:cmAuthor id="4249" name="曼曼" initials="曼" lastIdx="0" clrIdx="4248"/>
  <p:cmAuthor id="4250" name="孙继伟" initials="孙" lastIdx="0" clrIdx="4249"/>
  <p:cmAuthor id="4251" name="玲子" initials="玲" lastIdx="0" clrIdx="4250"/>
  <p:cmAuthor id="4252" name="袁凌康" initials="袁" lastIdx="0" clrIdx="4251"/>
  <p:cmAuthor id="4253" name="邹洪文" initials="邹" lastIdx="0" clrIdx="4252"/>
  <p:cmAuthor id="4254" name="闫硕" initials="闫" lastIdx="0" clrIdx="4253"/>
  <p:cmAuthor id="4255" name="杨浚帆" initials="杨" lastIdx="0" clrIdx="4254"/>
  <p:cmAuthor id="4256" name="49261" initials="4" lastIdx="0" clrIdx="4255"/>
  <p:cmAuthor id="4257" name="ZHAO LING" initials="Z" lastIdx="0" clrIdx="4256"/>
  <p:cmAuthor id="4258" name="CMCC" initials="C" lastIdx="0" clrIdx="4257"/>
  <p:cmAuthor id="4259" name="李伟（IT）" initials="李" lastIdx="0" clrIdx="4258"/>
  <p:cmAuthor id="4260" name="郝佳宁" initials="郝" lastIdx="0" clrIdx="4259"/>
  <p:cmAuthor id="4261" name="chenlin02" initials="c" lastIdx="0" clrIdx="4260"/>
  <p:cmAuthor id="4262" name="laichenxi" initials="u" lastIdx="0" clrIdx="4261"/>
  <p:cmAuthor id="4263" name="张波" initials="张" lastIdx="0" clrIdx="4262"/>
  <p:cmAuthor id="4264" name="wangziran" initials="w" lastIdx="0" clrIdx="4263"/>
  <p:cmAuthor id="4265" name="fymyamin" initials="f" lastIdx="0" clrIdx="4264"/>
  <p:cmAuthor id="4266" name="zhengzhanfen" initials="z" lastIdx="0" clrIdx="4265"/>
  <p:cmAuthor id="4267" name="颓废中奋进" initials="颓" lastIdx="0" clrIdx="4266"/>
  <p:cmAuthor id="4268" name="徐坡" initials="徐" lastIdx="0" clrIdx="4267"/>
  <p:cmAuthor id="4269" name="肖瑶" initials="肖" lastIdx="0" clrIdx="4268"/>
  <p:cmAuthor id="4270" name="geng" initials="lizhe1@tj.cmcc" lastIdx="0" clrIdx="4269"/>
  <p:cmAuthor id="4271" name="li yx" initials="ly" lastIdx="0" clrIdx="4270"/>
  <p:cmAuthor id="4272" name="文森特" initials="文" lastIdx="0" clrIdx="4271"/>
  <p:cmAuthor id="4273" name="迪伦" initials="迪" lastIdx="0" clrIdx="4272"/>
  <p:cmAuthor id="4274" name=".魏敏" initials="." lastIdx="0" clrIdx="4273"/>
  <p:cmAuthor id="4275" name="12462" initials="1" lastIdx="0" clrIdx="4274"/>
  <p:cmAuthor id="4276" name="加 林" initials="加" lastIdx="0" clrIdx="4275"/>
  <p:cmAuthor id="4277" name="David" initials="D" lastIdx="0" clrIdx="4276"/>
  <p:cmAuthor id="4278" name="肖婧" initials="肖" lastIdx="0" clrIdx="4277"/>
  <p:cmAuthor id="4279" name="SF" initials="S" lastIdx="0" clrIdx="4278"/>
  <p:cmAuthor id="4280" name="张婷婷" initials="c" lastIdx="0" clrIdx="4279"/>
  <p:cmAuthor id="4281" name="zyiiif" initials="z" lastIdx="0" clrIdx="4280"/>
  <p:cmAuthor id="4282" name="蘇建明 fatty_BFjaamIF" initials="authorId_241790624" lastIdx="0" clrIdx="4281"/>
  <p:cmAuthor id="4283" name="wanggangzq@hq.cmcc" initials="w" lastIdx="0" clrIdx="4282"/>
  <p:cmAuthor id="4284" name="韩庆旭" initials="韩" lastIdx="0" clrIdx="4283"/>
  <p:cmAuthor id="4285" name="joseph" initials="j" lastIdx="0" clrIdx="4284"/>
  <p:cmAuthor id="4286" name="lilong@bj.cmcc" initials="l" lastIdx="0" clrIdx="4285"/>
  <p:cmAuthor id="4287" name="sxp" initials="s" lastIdx="0" clrIdx="4286"/>
  <p:cmAuthor id="4288" name="GYD" initials="G" lastIdx="0" clrIdx="4287"/>
  <p:cmAuthor id="4289" name="zhang wenxuan" initials="zw" lastIdx="0" clrIdx="4288"/>
  <p:cmAuthor id="4290" name="郝崇" initials="郝" lastIdx="0" clrIdx="4289"/>
  <p:cmAuthor id="4291" name="刘丽仙" initials="刘" lastIdx="0" clrIdx="4290"/>
  <p:cmAuthor id="4292" name="杨艳霞" initials="杨" lastIdx="0" clrIdx="4291"/>
  <p:cmAuthor id="4293" name="rq fan" initials="r" lastIdx="0" clrIdx="4292"/>
  <p:cmAuthor id="4294" name="dingbo" initials="d" lastIdx="0" clrIdx="4293"/>
  <p:cmAuthor id="4295" name="李永欣" initials="李" lastIdx="0" clrIdx="4294"/>
  <p:cmAuthor id="4296" name="丁芙蓉" initials="丁" lastIdx="0" clrIdx="4295"/>
  <p:cmAuthor id="4297" name="许弘扬" initials="许" lastIdx="0" clrIdx="4296"/>
  <p:cmAuthor id="4298" name="陈尚文" initials="陈" lastIdx="0" clrIdx="4297"/>
  <p:cmAuthor id="4299" name="张宏伟" initials="张" lastIdx="0" clrIdx="4298"/>
  <p:cmAuthor id="4300" name="Yuan Hu" initials="Y" lastIdx="0" clrIdx="4299"/>
  <p:cmAuthor id="4301" name="Pei" initials="P" lastIdx="0" clrIdx="4300"/>
  <p:cmAuthor id="4302" name="郑廷东" initials="郑" lastIdx="0" clrIdx="4301"/>
  <p:cmAuthor id="4303" name="王志刚" initials="王" lastIdx="0" clrIdx="4302"/>
  <p:cmAuthor id="4304" name="孙大威" initials="孙" lastIdx="0" clrIdx="4303"/>
  <p:cmAuthor id="4305" name="徐杰" initials="徐" lastIdx="0" clrIdx="4304"/>
  <p:cmAuthor id="4306" name="席美娟" initials="席" lastIdx="0" clrIdx="4305"/>
  <p:cmAuthor id="4307" name="朱海平" initials="朱" lastIdx="0" clrIdx="4306"/>
  <p:cmAuthor id="4308" name="王景红" initials="王" lastIdx="0" clrIdx="4307"/>
  <p:cmAuthor id="4309" name="席金煜" initials="席" lastIdx="0" clrIdx="4308"/>
  <p:cmAuthor id="4310" name="樊佳佳" initials="樊" lastIdx="0" clrIdx="4309"/>
  <p:cmAuthor id="4311" name="杨秀丰" initials="杨" lastIdx="0" clrIdx="4310"/>
  <p:cmAuthor id="4312" name="惠莲" initials="惠" lastIdx="0" clrIdx="4311"/>
  <p:cmAuthor id="4313" name="liang ma" initials="l" lastIdx="0" clrIdx="4312"/>
  <p:cmAuthor id="4314" name="高永刚" initials="高" lastIdx="0" clrIdx="4313"/>
  <p:cmAuthor id="4315" name="jylong2@grgbanking.com" initials="j" lastIdx="0" clrIdx="4314"/>
  <p:cmAuthor id="4316" name="hp" initials="h" lastIdx="0" clrIdx="4315"/>
  <p:cmAuthor id="4317" name="佳虹" initials="佳" lastIdx="0" clrIdx="4316"/>
  <p:cmAuthor id="4318" name="Whiswan" initials="W" lastIdx="0" clrIdx="4317"/>
  <p:cmAuthor id="4319" name="luwch" initials="l" lastIdx="0" clrIdx="4318"/>
  <p:cmAuthor id="4320" name="qumz" initials="q" lastIdx="0" clrIdx="4319"/>
  <p:cmAuthor id="4321" name="Jack C.Y. Lui" initials="JCL" lastIdx="0" clrIdx="4320"/>
  <p:cmAuthor id="4322" name="温翔" initials="温" lastIdx="0" clrIdx="4321"/>
  <p:cmAuthor id="4323" name="钱旭" initials="钱" lastIdx="0" clrIdx="4322"/>
  <p:cmAuthor id="4324" name="888" initials="8" lastIdx="0" clrIdx="4323"/>
  <p:cmAuthor id="4325" name="chivas d" initials="c" lastIdx="0" clrIdx="4324"/>
  <p:cmAuthor id="4326" name="15520" initials="1" lastIdx="0" clrIdx="4325"/>
  <p:cmAuthor id="4327" name="tkuser" initials="t" lastIdx="0" clrIdx="4326"/>
  <p:cmAuthor id="4328" name="王丹（法律）" initials="王" lastIdx="0" clrIdx="4327"/>
  <p:cmAuthor id="4329" name="HJS1943" initials="H" lastIdx="0" clrIdx="4328"/>
  <p:cmAuthor id="4330" name="段英英" initials="段" lastIdx="0" clrIdx="4329"/>
  <p:cmAuthor id="4331" name="尚斌" initials="尚" lastIdx="0" clrIdx="4330"/>
  <p:cmAuthor id="4332" name="王璐" initials="王" lastIdx="0" clrIdx="4331"/>
  <p:cmAuthor id="4333" name="001" initials="0" lastIdx="0" clrIdx="4332"/>
  <p:cmAuthor id="4334" name="hlzh" initials="h" lastIdx="0" clrIdx="4333"/>
  <p:cmAuthor id="4335" name="lian liu" initials="ll" lastIdx="0" clrIdx="4334"/>
  <p:cmAuthor id="4336" name="hjh" initials="h" lastIdx="0" clrIdx="4335"/>
  <p:cmAuthor id="4337" name="wuzhijing" initials="wuzhijing" lastIdx="0" clrIdx="4336"/>
  <p:cmAuthor id="4338" name="chen miao" initials="cm" lastIdx="0" clrIdx="4337"/>
  <p:cmAuthor id="4339" name="zhang_xd" initials="z" lastIdx="0" clrIdx="4338"/>
  <p:cmAuthor id="4340" name="Hao Yue" initials="HY" lastIdx="0" clrIdx="4339"/>
  <p:cmAuthor id="4341" name="yangjianhe1" initials="y" lastIdx="0" clrIdx="4340"/>
  <p:cmAuthor id="4342" name="yezengwei" initials="y" lastIdx="0" clrIdx="4341"/>
  <p:cmAuthor id="4343" name="cici" initials="c" lastIdx="0" clrIdx="4342"/>
  <p:cmAuthor id="4344" name="方绍波|fangshaobo" initials="方" lastIdx="0" clrIdx="4343"/>
  <p:cmAuthor id="4345" name="liuyanxue" initials="l" lastIdx="0" clrIdx="4344"/>
  <p:cmAuthor id="4346" name="wangdaiyuan" initials="w" lastIdx="0" clrIdx="4345"/>
  <p:cmAuthor id="4347" name="王薇（政企）" initials="王" lastIdx="0" clrIdx="4346"/>
  <p:cmAuthor id="4348" name="rev2" initials="r" lastIdx="0" clrIdx="4347"/>
  <p:cmAuthor id="4349" name="周 宸宇" initials="周" lastIdx="0" clrIdx="4348"/>
  <p:cmAuthor id="4350" name="13993" initials="1" lastIdx="0" clrIdx="4349"/>
  <p:cmAuthor id="4351" name="侯雪飞" initials="侯" lastIdx="0" clrIdx="4350"/>
  <p:cmAuthor id="4352" name="Lotso" initials="L" lastIdx="0" clrIdx="4351"/>
  <p:cmAuthor id="4353" name="杨雨靓" initials="杨" lastIdx="0" clrIdx="4352"/>
  <p:cmAuthor id="4354" name="蓝精灵" initials="蓝" lastIdx="0" clrIdx="4353"/>
  <p:cmAuthor id="4355" name="absurdus" initials="a" lastIdx="0" clrIdx="4354"/>
  <p:cmAuthor id="4356" name="zhangqian" initials="z" lastIdx="0" clrIdx="4355"/>
  <p:cmAuthor id="4357" name="胡志尚" initials="胡" lastIdx="0" clrIdx="4356"/>
  <p:cmAuthor id="4358" name="WPS_1477059039" initials="W" lastIdx="0" clrIdx="4357"/>
  <p:cmAuthor id="4359" name="任雪" initials="任" lastIdx="0" clrIdx="4358"/>
  <p:cmAuthor id="4360" name="11" initials="1" lastIdx="0" clrIdx="4359"/>
  <p:cmAuthor id="4361" name="cheny" initials="c" lastIdx="0" clrIdx="4360"/>
  <p:cmAuthor id="4362" name="Master 3L" initials="M3" lastIdx="0" clrIdx="4361"/>
  <p:cmAuthor id="4363" name="zhaokai" initials="z" lastIdx="0" clrIdx="4362"/>
  <p:cmAuthor id="4364" name="K4-IML" initials="K" lastIdx="0" clrIdx="4363"/>
  <p:cmAuthor id="4365" name="宁丹扬" initials="u" lastIdx="0" clrIdx="4364"/>
  <p:cmAuthor id="4366" name="许 金萍" initials="许" lastIdx="0" clrIdx="4365"/>
  <p:cmAuthor id="4367" name="沈恒武" initials="沈" lastIdx="0" clrIdx="4366"/>
  <p:cmAuthor id="4368" name="赵旭栋" initials="赵" lastIdx="0" clrIdx="4367"/>
  <p:cmAuthor id="4369" name="吕亚亚" initials="吕" lastIdx="0" clrIdx="4368"/>
  <p:cmAuthor id="4370" name="ma wenda" initials="mw" lastIdx="0" clrIdx="4369"/>
  <p:cmAuthor id="4371" name="wangx295" initials="w" lastIdx="0" clrIdx="4370"/>
  <p:cmAuthor id="4372" name="温馨" initials="温" lastIdx="0" clrIdx="4371"/>
  <p:cmAuthor id="4373" name="张璇" initials="u" lastIdx="0" clrIdx="4372"/>
  <p:cmAuthor id="4374" name="WPS_1694501209" initials="W" lastIdx="0" clrIdx="4373"/>
  <p:cmAuthor id="4375" name="AI" initials="A" lastIdx="0" clrIdx="4374"/>
  <p:cmAuthor id="4376" name="王智明" initials="王" lastIdx="0" clrIdx="4375"/>
  <p:cmAuthor id="4377" name="周晓霞" initials="周" lastIdx="0" clrIdx="4376"/>
  <p:cmAuthor id="4378" name="hm" initials="h" lastIdx="0" clrIdx="4377"/>
  <p:cmAuthor id="4379" name="ZJK" initials="Z" lastIdx="0" clrIdx="4378"/>
  <p:cmAuthor id="4380" name="clj" initials="c" lastIdx="0" clrIdx="4379"/>
  <p:cmAuthor id="4381" name="10568" initials="1" lastIdx="0" clrIdx="4380"/>
  <p:cmAuthor id="4382" name="qin xiang" initials="" lastIdx="0" clrIdx="4381"/>
  <p:cmAuthor id="4383" name="fufcr" initials="f" lastIdx="0" clrIdx="4382"/>
  <p:cmAuthor id="4384" name="Qungang Liu" initials="QL" lastIdx="0" clrIdx="4383"/>
  <p:cmAuthor id="4385" name="panghuihui" initials="p" lastIdx="0" clrIdx="4384"/>
  <p:cmAuthor id="4386" name="辛峰" initials="辛" lastIdx="0" clrIdx="4385"/>
  <p:cmAuthor id="4387" name="李 富岩" initials="李" lastIdx="0" clrIdx="4386"/>
  <p:cmAuthor id="4388" name="董威" initials="" lastIdx="0" clrIdx="4387"/>
  <p:cmAuthor id="4389" name="潘继儒" initials="潘" lastIdx="0" clrIdx="4388"/>
  <p:cmAuthor id="4390" name="jin zihan" initials="jz" lastIdx="0" clrIdx="4389"/>
  <p:cmAuthor id="4391" name="KZY" initials="K" lastIdx="0" clrIdx="4390"/>
  <p:cmAuthor id="4392" name="mzj" initials="m" lastIdx="0" clrIdx="4391"/>
  <p:cmAuthor id="4393" name="杨瑞" initials="聂" lastIdx="0" clrIdx="4392"/>
  <p:cmAuthor id="4394" name="yup7" initials="y" lastIdx="0" clrIdx="4393"/>
  <p:cmAuthor id="4395" name="甲骨文飞行家" initials="甲" lastIdx="0" clrIdx="4394"/>
  <p:cmAuthor id="4396" name="Siyu Pan" initials="" lastIdx="0" clrIdx="4395"/>
  <p:cmAuthor id="4397" name="yim" initials="y" lastIdx="0" clrIdx="4396"/>
  <p:cmAuthor id="4398" name="王春佳" initials="cn" lastIdx="0" clrIdx="4397"/>
  <p:cmAuthor id="4399" name="10029265@zte.intra" initials="1" lastIdx="0" clrIdx="4398"/>
  <p:cmAuthor id="4400" name="集成公司代维" initials="集" lastIdx="0" clrIdx="4399"/>
  <p:cmAuthor id="4401" name="yangxueliang" initials="y" lastIdx="0" clrIdx="4400"/>
  <p:cmAuthor id="4402" name="齐 Mandy" initials="齐" lastIdx="0" clrIdx="4401"/>
  <p:cmAuthor id="4403" name="M x" initials="M" lastIdx="0" clrIdx="4402"/>
  <p:cmAuthor id="4404" name="叶晓煜" initials="叶" lastIdx="0" clrIdx="4403"/>
  <p:cmAuthor id="4405" name="fei Ren" initials="fR" lastIdx="0" clrIdx="4404"/>
  <p:cmAuthor id="4406" name="王东10086377" initials="王东10086377" lastIdx="0" clrIdx="4405"/>
  <p:cmAuthor id="4407" name="gsk" initials="g" lastIdx="0" clrIdx="4406"/>
  <p:cmAuthor id="4408" name="WHX" initials="W" lastIdx="0" clrIdx="4407"/>
  <p:cmAuthor id="4409" name="裴红欣" initials="裴" lastIdx="0" clrIdx="4408"/>
  <p:cmAuthor id="4410" name="李会宾" initials="李" lastIdx="0" clrIdx="4409"/>
  <p:cmAuthor id="4411" name="黄一申" initials="黄" lastIdx="0" clrIdx="4410"/>
  <p:cmAuthor id="4412" name="吴伟平" initials="吴" lastIdx="0" clrIdx="4411"/>
  <p:cmAuthor id="4413" name="周玉卓" initials="周" lastIdx="0" clrIdx="4412"/>
  <p:cmAuthor id="4414" name="YF FAN" initials="YF" lastIdx="0" clrIdx="4413"/>
  <p:cmAuthor id="4415" name="李翠微" initials="李" lastIdx="0" clrIdx="4414"/>
  <p:cmAuthor id="4416" name="王健" initials="王" lastIdx="0" clrIdx="4415"/>
  <p:cmAuthor id="4417" name="吕文琳" initials="吕" lastIdx="0" clrIdx="4416"/>
  <p:cmAuthor id="4418" name="陶晓英" initials="t" lastIdx="0" clrIdx="4417"/>
  <p:cmAuthor id="4419" name="孟珊" initials="孟" lastIdx="0" clrIdx="4418"/>
  <p:cmAuthor id="4420" name="BJP-GX-YUANB" initials="B" lastIdx="0" clrIdx="4419"/>
  <p:cmAuthor id="4421" name="王允楠" initials="" lastIdx="0" clrIdx="4420"/>
  <p:cmAuthor id="4422" name="尤蕊蕊" initials="尤" lastIdx="0" clrIdx="4421"/>
  <p:cmAuthor id="4423" name="qijun" initials="q" lastIdx="0" clrIdx="4422"/>
  <p:cmAuthor id="4424" name="王元初" initials="王" lastIdx="0" clrIdx="4423"/>
  <p:cmAuthor id="4425" name="韩冷" initials="韩" lastIdx="0" clrIdx="4424"/>
  <p:cmAuthor id="4426" name="shebei" initials="s" lastIdx="0" clrIdx="4425"/>
  <p:cmAuthor id="4427" name="续凯" initials="XK" lastIdx="0" clrIdx="4426"/>
  <p:cmAuthor id="4428" name="zhangna52" initials="z" lastIdx="0" clrIdx="4427"/>
  <p:cmAuthor id="4429" name="伟佳 李" initials="伟李" lastIdx="0" clrIdx="4428"/>
  <p:cmAuthor id="4430" name="zhaot" initials="ZT" lastIdx="0" clrIdx="4429"/>
  <p:cmAuthor id="4431" name="gao rongqin" initials="gr" lastIdx="0" clrIdx="4430"/>
  <p:cmAuthor id="4432" name="寞落瓣雨" initials="寞" lastIdx="0" clrIdx="4431"/>
  <p:cmAuthor id="4433" name="思尧" initials="思" lastIdx="0" clrIdx="4432"/>
  <p:cmAuthor id="4434" name="ChenGang" initials="C" lastIdx="0" clrIdx="4433"/>
  <p:cmAuthor id="4435" name="Li Chao" initials="L" lastIdx="0" clrIdx="4434"/>
  <p:cmAuthor id="4436" name="liuxm" initials="l" lastIdx="0" clrIdx="4435"/>
  <p:cmAuthor id="4437" name="wanglizhen" initials="w" lastIdx="0" clrIdx="4436"/>
  <p:cmAuthor id="4438" name="蔡潇潇" initials="XC" lastIdx="0" clrIdx="4437"/>
  <p:cmAuthor id="4439" name="huangzanjin" initials="hzj" lastIdx="0" clrIdx="4438"/>
  <p:cmAuthor id="4440" name="咸伟" initials="a" lastIdx="0" clrIdx="4439"/>
  <p:cmAuthor id="4441" name="8618655151230" initials="8" lastIdx="0" clrIdx="4440"/>
  <p:cmAuthor id="4442" name="王连荪" initials="王" lastIdx="0" clrIdx="4441"/>
  <p:cmAuthor id="4443" name="fangx" initials="f" lastIdx="0" clrIdx="4442"/>
  <p:cmAuthor id="4444" name="lfy" initials="l" lastIdx="0" clrIdx="4443"/>
  <p:cmAuthor id="4445" name="kari" initials="k" lastIdx="0" clrIdx="4444"/>
  <p:cmAuthor id="4446" name="zhengqi" initials="z" lastIdx="0" clrIdx="4445"/>
  <p:cmAuthor id="4447" name="朱宝刚" initials="朱" lastIdx="0" clrIdx="4446"/>
  <p:cmAuthor id="4448" name="鲁洋 赵" initials="鲁赵" lastIdx="0" clrIdx="4447"/>
  <p:cmAuthor id="4449" name="戴书苑" initials="戴" lastIdx="0" clrIdx="4448"/>
  <p:cmAuthor id="4450" name="LSY" initials="L" lastIdx="0" clrIdx="4449"/>
  <p:cmAuthor id="4451" name="翔宇 马" initials="翔马" lastIdx="0" clrIdx="4450"/>
  <p:cmAuthor id="4452" name="李新" initials="李" lastIdx="0" clrIdx="4451"/>
  <p:cmAuthor id="4453" name="张健" initials="张" lastIdx="0" clrIdx="4452"/>
  <p:cmAuthor id="4454" name="BaLaLa" initials="B" lastIdx="0" clrIdx="4453"/>
  <p:cmAuthor id="4455" name="喋喋" initials="喋" lastIdx="0" clrIdx="4454"/>
  <p:cmAuthor id="4456" name="zzz" initials="zzz" lastIdx="0" clrIdx="4455"/>
  <p:cmAuthor id="4457" name="43387" initials="4" lastIdx="0" clrIdx="4456"/>
  <p:cmAuthor id="4458" name="shen" initials="s" lastIdx="0" clrIdx="4457"/>
  <p:cmAuthor id="4459" name="李 博" initials="李" lastIdx="0" clrIdx="4458"/>
  <p:cmAuthor id="4460" name="sxczhangts1" initials="s" lastIdx="0" clrIdx="4459"/>
  <p:cmAuthor id="4461" name="刘 倩" initials="刘" lastIdx="0" clrIdx="4460"/>
  <p:cmAuthor id="4462" name="李 小荣" initials="李" lastIdx="0" clrIdx="4461"/>
  <p:cmAuthor id="4463" name="sunyi" initials="s" lastIdx="0" clrIdx="4462"/>
  <p:cmAuthor id="4464" name="yuexinlei" initials="y" lastIdx="0" clrIdx="4463"/>
  <p:cmAuthor id="4465" name="zuo.quan@ustcinfo.com" initials="" lastIdx="0" clrIdx="4464"/>
  <p:cmAuthor id="4466" name="UN" initials="U" lastIdx="0" clrIdx="4465"/>
  <p:cmAuthor id="4467" name="Lu Huawei" initials="LH" lastIdx="0" clrIdx="4466"/>
  <p:cmAuthor id="4468" name="xiaodong wang" initials="xw" lastIdx="0" clrIdx="4467"/>
  <p:cmAuthor id="4469" name="Sean W" initials="SW" lastIdx="0" clrIdx="4468"/>
  <p:cmAuthor id="4470" name="刘婷" initials="刘" lastIdx="0" clrIdx="4469"/>
  <p:cmAuthor id="4471" name="ChinaTea" initials="C" lastIdx="0" clrIdx="4470"/>
  <p:cmAuthor id="4472" name="lj" initials="l" lastIdx="0" clrIdx="4471"/>
  <p:cmAuthor id="4473" name="杨逸凡" initials="杨" lastIdx="0" clrIdx="4472"/>
  <p:cmAuthor id="4474" name="张师" initials="张" lastIdx="0" clrIdx="4473"/>
  <p:cmAuthor id="4475" name="李明明" initials="李" lastIdx="0" clrIdx="4474"/>
  <p:cmAuthor id="4476" name="孔令旭" initials="孔" lastIdx="0" clrIdx="4475"/>
  <p:cmAuthor id="4477" name="luanhl" initials="lhl" lastIdx="0" clrIdx="4476"/>
  <p:cmAuthor id="4478" name="赵佳" initials="赵" lastIdx="0" clrIdx="4477"/>
  <p:cmAuthor id="4479" name="贠靖" initials="贠" lastIdx="0" clrIdx="4478"/>
  <p:cmAuthor id="4480" name="何 俊杰" initials="何" lastIdx="0" clrIdx="4479"/>
  <p:cmAuthor id="4481" name="Liu Xiujin" initials="L" lastIdx="0" clrIdx="4480"/>
  <p:cmAuthor id="4482" name="liush" initials="l" lastIdx="0" clrIdx="4481"/>
  <p:cmAuthor id="4483" name="Anran Liu" initials="A" lastIdx="0" clrIdx="4482"/>
  <p:cmAuthor id="4484" name="房玮" initials="房" lastIdx="0" clrIdx="4483"/>
  <p:cmAuthor id="4485" name="玥 谭" initials="玥谭" lastIdx="0" clrIdx="4484"/>
  <p:cmAuthor id="4486" name="唐艺" initials="唐艺" lastIdx="0" clrIdx="4485"/>
  <p:cmAuthor id="4487" name="终端维护" initials="终" lastIdx="0" clrIdx="4486"/>
  <p:cmAuthor id="4488" name="党卫国" initials="党" lastIdx="0" clrIdx="4487"/>
  <p:cmAuthor id="4489" name="Lenovo 2022E" initials="L" lastIdx="0" clrIdx="4488"/>
  <p:cmAuthor id="4490" name="终端张鹏" initials="终" lastIdx="0" clrIdx="4489"/>
  <p:cmAuthor id="4491" name="NAN" initials="N" lastIdx="0" clrIdx="4490"/>
  <p:cmAuthor id="4492" name="Luoyan" initials="L" lastIdx="0" clrIdx="4491"/>
  <p:cmAuthor id="4493" name="闫永婷" initials="authorId_145877154" lastIdx="0" clrIdx="4492"/>
  <p:cmAuthor id="4494" name="郎郎 孟" initials="郎孟" lastIdx="0" clrIdx="4493"/>
  <p:cmAuthor id="4495" name="sw w" initials="sw" lastIdx="0" clrIdx="4494"/>
  <p:cmAuthor id="4496" name="MA20662" initials="M" lastIdx="0" clrIdx="4495"/>
  <p:cmAuthor id="4497" name="钱纪琛" initials="钱" lastIdx="0" clrIdx="4496"/>
  <p:cmAuthor id="4498" name="湘北神奈川校花11号" initials="湘" lastIdx="0" clrIdx="4497"/>
  <p:cmAuthor id="4499" name="BoWen Zhou" initials="BZ" lastIdx="0" clrIdx="4498"/>
  <p:cmAuthor id="4500" name="赵海峰" initials="Z" lastIdx="0" clrIdx="4499"/>
  <p:cmAuthor id="4501" name="PJ Landwehrle" initials="P" lastIdx="0" clrIdx="4500"/>
  <p:cmAuthor id="4502" name="wuhuishuang" initials="w" lastIdx="0" clrIdx="4501"/>
  <p:cmAuthor id="4503" name="xyh" initials="x" lastIdx="0" clrIdx="4502"/>
  <p:cmAuthor id="4504" name="Feng Qi(联通集团人力资源部（党组组织部）)" initials="FQ" lastIdx="0" clrIdx="4503"/>
  <p:cmAuthor id="4505" name="Along Yang(联通集团联通系统集成有限公司本部)" initials="AY" lastIdx="0" clrIdx="4504"/>
  <p:cmAuthor id="4506" name="潘竟琨" initials="jp" lastIdx="0" clrIdx="4505"/>
  <p:cmAuthor id="4507" name="来鹏程" initials="来" lastIdx="0" clrIdx="4506"/>
  <p:cmAuthor id="4508" name="张佑佑" initials="张" lastIdx="0" clrIdx="4507"/>
  <p:cmAuthor id="4509" name="张捷" initials="张" lastIdx="0" clrIdx="4508"/>
  <p:cmAuthor id="4510" name="GD-wangguanghao" initials="G" lastIdx="0" clrIdx="4509"/>
  <p:cmAuthor id="4511" name="黎静媚" initials="黎" lastIdx="0" clrIdx="4510"/>
  <p:cmAuthor id="4512" name="55012" initials="5" lastIdx="0" clrIdx="4511"/>
  <p:cmAuthor id="4513" name="梁锋" initials="梁" lastIdx="0" clrIdx="4512"/>
  <p:cmAuthor id="4514" name="茹悦" initials="茹" lastIdx="0" clrIdx="4513"/>
  <p:cmAuthor id="4515" name="hjz" initials="h" lastIdx="0" clrIdx="4514"/>
  <p:cmAuthor id="4516" name="yao" initials="y" lastIdx="0" clrIdx="4515"/>
  <p:cmAuthor id="4517" name="马宇峰" initials="马" lastIdx="0" clrIdx="4516"/>
  <p:cmAuthor id="4518" name="Uincom" initials="U" lastIdx="0" clrIdx="4517"/>
  <p:cmAuthor id="4519" name="lfy86" initials="l" lastIdx="0" clrIdx="4518"/>
  <p:cmAuthor id="4520" name="郑汝君" initials="郑" lastIdx="0" clrIdx="4519"/>
  <p:cmAuthor id="4521" name="shqd" initials="s" lastIdx="0" clrIdx="4520"/>
  <p:cmAuthor id="4522" name="hp288g2" initials="h" lastIdx="0" clrIdx="4521"/>
  <p:cmAuthor id="4523" name="田海玲" initials="田" lastIdx="0" clrIdx="4522"/>
  <p:cmAuthor id="4524" name="何晓峰" initials="何" lastIdx="0" clrIdx="4523"/>
  <p:cmAuthor id="4525" name="wuxl" initials="w" lastIdx="0" clrIdx="4524"/>
  <p:cmAuthor id="4526" name="乐 晓伟" initials="乐" lastIdx="0" clrIdx="4525"/>
  <p:cmAuthor id="4527" name="马玉婷" initials="W用" lastIdx="0" clrIdx="4526"/>
  <p:cmAuthor id="4528" name="zl" initials="z" lastIdx="0" clrIdx="4527"/>
  <p:cmAuthor id="4529" name="邢风" initials="W用" lastIdx="0" clrIdx="4528"/>
  <p:cmAuthor id="4530" name="zhaoms12@chinaunicom.cn" initials="z" lastIdx="0" clrIdx="4529"/>
  <p:cmAuthor id="4531" name="黄荣青" initials="荣青" lastIdx="0" clrIdx="4530"/>
  <p:cmAuthor id="4532" name="邓浩" initials="邓浩" lastIdx="0" clrIdx="4531"/>
  <p:cmAuthor id="4533" name="djn" initials="d" lastIdx="0" clrIdx="4532"/>
  <p:cmAuthor id="4534" name="孙宇宁" initials="孙宇宁" lastIdx="0" clrIdx="4533"/>
  <p:cmAuthor id="4535" name="悠 然" initials="悠" lastIdx="0" clrIdx="4534"/>
  <p:cmAuthor id="4536" name="yy" initials="y" lastIdx="0" clrIdx="4535"/>
  <p:cmAuthor id="4537" name="杨晨" initials="杨" lastIdx="0" clrIdx="4536"/>
  <p:cmAuthor id="4538" name="克州联通" initials="克" lastIdx="0" clrIdx="4537"/>
  <p:cmAuthor id="4539" name="ding" initials="d" lastIdx="0" clrIdx="4538"/>
  <p:cmAuthor id="4540" name="ljh" initials="l" lastIdx="0" clrIdx="4539"/>
  <p:cmAuthor id="4541" name="李夏娜" initials="李" lastIdx="0" clrIdx="4540"/>
  <p:cmAuthor id="4542" name="王嗣淇" initials="王" lastIdx="0" clrIdx="4541"/>
  <p:cmAuthor id="4543" name="66784" initials="6" lastIdx="0" clrIdx="4542"/>
  <p:cmAuthor id="4544" name="王玉茹" initials="王" lastIdx="0" clrIdx="4543"/>
  <p:cmAuthor id="4545" name="刘 璐" initials="刘" lastIdx="0" clrIdx="4544"/>
  <p:cmAuthor id="4546" name="曹薇" initials="曹" lastIdx="0" clrIdx="4545"/>
  <p:cmAuthor id="4547" name="曹志华" initials="CZH" lastIdx="0" clrIdx="4546"/>
  <p:cmAuthor id="4548" name="506973321@qq.com" initials="5" lastIdx="0" clrIdx="4547"/>
  <p:cmAuthor id="4549" name="王晓寒" initials="王" lastIdx="0" clrIdx="4548"/>
  <p:cmAuthor id="4550" name="guys8" initials="g" lastIdx="0" clrIdx="4549"/>
  <p:cmAuthor id="4551" name="zhangyq2621" initials="z" lastIdx="0" clrIdx="4550"/>
  <p:cmAuthor id="4552" name="zwq" initials="z" lastIdx="0" clrIdx="4551"/>
  <p:cmAuthor id="4553" name="houxiaoyu" initials="h" lastIdx="0" clrIdx="4552"/>
  <p:cmAuthor id="4554" name="songxiaoying" initials="s" lastIdx="0" clrIdx="4553"/>
  <p:cmAuthor id="4555" name="杨海春" initials="lxl" lastIdx="0" clrIdx="4554"/>
  <p:cmAuthor id="4556" name="窦瑞华" initials="窦" lastIdx="0" clrIdx="4555"/>
  <p:cmAuthor id="4557" name="w3ccc" initials="w" lastIdx="0" clrIdx="4556"/>
  <p:cmAuthor id="4558" name="王婷婷" initials="王" lastIdx="0" clrIdx="4557"/>
  <p:cmAuthor id="4559" name="WPS_1735356001" initials="W" lastIdx="0" clrIdx="4558"/>
  <p:cmAuthor id="4560" name="86138" initials="8" lastIdx="0" clrIdx="4559"/>
  <p:cmAuthor id="4561" name="Mid" initials="M" lastIdx="0" clrIdx="4560"/>
  <p:cmAuthor id="4562" name="朱一琳" initials="朱" lastIdx="0" clrIdx="4561"/>
  <p:cmAuthor id="4563" name="姚颖" initials="姚" lastIdx="0" clrIdx="4562"/>
  <p:cmAuthor id="4564" name="田勇" initials="田" lastIdx="0" clrIdx="4563"/>
  <p:cmAuthor id="4565" name="刘胜男" initials="刘" lastIdx="0" clrIdx="4564"/>
  <p:cmAuthor id="4566" name="雄孩子" initials="雄孩子" lastIdx="0" clrIdx="4565"/>
  <p:cmAuthor id="4567" name="wangtuzi" initials="w" lastIdx="0" clrIdx="4566"/>
  <p:cmAuthor id="4568" name="王晨" initials="王" lastIdx="0" clrIdx="4567"/>
  <p:cmAuthor id="4569" name="任 慧维" initials="任" lastIdx="0" clrIdx="4568"/>
  <p:cmAuthor id="4570" name="zhang erchao" initials="ze" lastIdx="0" clrIdx="4569"/>
  <p:cmAuthor id="4571" name="刘春丽" initials="刘" lastIdx="0" clrIdx="4570"/>
  <p:cmAuthor id="4572" name="皓 董" initials="皓董" lastIdx="0" clrIdx="4571"/>
  <p:cmAuthor id="4573" name="13515" initials="1" lastIdx="0" clrIdx="4572"/>
  <p:cmAuthor id="4574" name="于水生" initials="U" lastIdx="0" clrIdx="4573"/>
  <p:cmAuthor id="4575" name="huyi" initials="h" lastIdx="0" clrIdx="4574"/>
  <p:cmAuthor id="4576" name="Tanpei" initials="T" lastIdx="0" clrIdx="4575"/>
  <p:cmAuthor id="4577" name="李楠" initials="李楠" lastIdx="0" clrIdx="4576"/>
  <p:cmAuthor id="4578" name="李盈刚" initials="李" lastIdx="0" clrIdx="4577"/>
  <p:cmAuthor id="4579" name="景曦" initials="景" lastIdx="0" clrIdx="4578"/>
  <p:cmAuthor id="4580" name="梁丹" initials="梁" lastIdx="0" clrIdx="4579"/>
  <p:cmAuthor id="4581" name="10260964" initials="1" lastIdx="0" clrIdx="4580"/>
  <p:cmAuthor id="4582" name="何伟" initials="何" lastIdx="0" clrIdx="4581"/>
  <p:cmAuthor id="4583" name="吕新欣" initials="A" lastIdx="0" clrIdx="4582"/>
  <p:cmAuthor id="4584" name="宁 志鹏" initials="宁" lastIdx="0" clrIdx="4583"/>
  <p:cmAuthor id="4585" name="霍晓莉" initials="N" lastIdx="0" clrIdx="4584"/>
  <p:cmAuthor id="4586" name="马凤" initials="马凤" lastIdx="0" clrIdx="4585"/>
  <p:cmAuthor id="4587" name="邵广禄" initials="BF" lastIdx="0" clrIdx="4586"/>
  <p:cmAuthor id="4588" name="金程" initials="金程" lastIdx="0" clrIdx="4587"/>
  <p:cmAuthor id="4589" name="Sun Xu(联通集团联通系统集成有限公司本部)" initials="SX" lastIdx="0" clrIdx="4588"/>
  <p:cmAuthor id="4590" name="liu huiting" initials="lh" lastIdx="0" clrIdx="4589"/>
  <p:cmAuthor id="4591" name="Sissy" initials="S" lastIdx="0" clrIdx="4590"/>
  <p:cmAuthor id="4592" name="bai" initials="b" lastIdx="0" clrIdx="4591"/>
  <p:cmAuthor id="4593" name="李宏平" initials="a" lastIdx="0" clrIdx="4592"/>
  <p:cmAuthor id="4594" name="赵珂" initials="赵" lastIdx="0" clrIdx="4593"/>
  <p:cmAuthor id="4595" name="陈阳" initials="I" lastIdx="0" clrIdx="4594"/>
  <p:cmAuthor id="4596" name="liuhongtao" initials="l" lastIdx="0" clrIdx="4595"/>
  <p:cmAuthor id="4597" name="ҧǿ" initials="Y" lastIdx="0" clrIdx="4596"/>
  <p:cmAuthor id="4598" name="王 冠" initials="" lastIdx="0" clrIdx="4597"/>
  <p:cmAuthor id="4599" name="Gavin" initials="" lastIdx="0" clrIdx="4598"/>
  <p:cmAuthor id="4600" name="时 锋" initials="" lastIdx="0" clrIdx="4599"/>
  <p:cmAuthor id="4601" name="fan ql" initials="fq" lastIdx="0" clrIdx="4600"/>
  <p:cmAuthor id="4602" name="余丽琼" initials="余" lastIdx="0" clrIdx="4601"/>
  <p:cmAuthor id="4603" name="15201" initials="1" lastIdx="0" clrIdx="4602"/>
  <p:cmAuthor id="4604" name="XiaoLi Tian" initials="XT" lastIdx="0" clrIdx="4603"/>
  <p:cmAuthor id="4605" name="yang" initials="y" lastIdx="0" clrIdx="4604"/>
  <p:cmAuthor id="4606" name="mtt" initials="m" lastIdx="0" clrIdx="4605"/>
  <p:cmAuthor id="4607" name="李清永" initials="" lastIdx="0" clrIdx="4606"/>
  <p:cmAuthor id="4608" name="何玉君" initials="" lastIdx="0" clrIdx="4607"/>
  <p:cmAuthor id="4609" name="heyujun" initials="何" lastIdx="0" clrIdx="4608"/>
  <p:cmAuthor id="4610" name="李洁瑾" initials="李" lastIdx="0" clrIdx="4609"/>
  <p:cmAuthor id="4611" name="Peit Hu" initials="T" lastIdx="0" clrIdx="4610"/>
  <p:cmAuthor id="4612" name="james" initials="j" lastIdx="0" clrIdx="4611"/>
  <p:cmAuthor id="4613" name="xdj" initials="x" lastIdx="0" clrIdx="4612"/>
  <p:cmAuthor id="4614" name="xiao ying" initials="xy" lastIdx="0" clrIdx="4613"/>
  <p:cmAuthor id="4615" name="yuanwentao" initials="y" lastIdx="0" clrIdx="4614"/>
  <p:cmAuthor id="4616" name="tangyj77" initials="t" lastIdx="0" clrIdx="4615"/>
  <p:cmAuthor id="4617" name="张立明" initials="张" lastIdx="0" clrIdx="4616"/>
  <p:cmAuthor id="4618" name="Haiyang Wang" initials="H" lastIdx="0" clrIdx="4617"/>
  <p:cmAuthor id="4619" name="zhoulifang" initials="z" lastIdx="0" clrIdx="4618"/>
  <p:cmAuthor id="4620" name="李飞" initials="李" lastIdx="0" clrIdx="4619"/>
  <p:cmAuthor id="4621" name="ts" initials="t" lastIdx="0" clrIdx="4620"/>
  <p:cmAuthor id="4622" name="454659240@qq.com" initials="4" lastIdx="0" clrIdx="4621"/>
  <p:cmAuthor id="4623" name="diana.cheng" initials="d" lastIdx="0" clrIdx="4622"/>
  <p:cmAuthor id="4624" name="争" initials="争" lastIdx="0" clrIdx="4623"/>
  <p:cmAuthor id="4625" name="mean." initials="m" lastIdx="0" clrIdx="4624"/>
  <p:cmAuthor id="4626" name="zero" initials="z" lastIdx="0" clrIdx="4625"/>
  <p:cmAuthor id="4627" name="Amber" initials="A" lastIdx="0" clrIdx="4626"/>
  <p:cmAuthor id="4628" name="郑庆" initials="郑" lastIdx="0" clrIdx="4627"/>
  <p:cmAuthor id="4629" name="Xiaoqing Li" initials="X" lastIdx="0" clrIdx="4628"/>
  <p:cmAuthor id="4630" name="Ethel_X " initials="E" lastIdx="0" clrIdx="4629"/>
  <p:cmAuthor id="4631" name="张锦裕" initials="张" lastIdx="0" clrIdx="4630"/>
  <p:cmAuthor id="4632" name="92460" initials="9" lastIdx="0" clrIdx="4631"/>
  <p:cmAuthor id="4633" name="罗沂" initials="罗" lastIdx="0" clrIdx="4632"/>
  <p:cmAuthor id="4634" name="自然" initials="自" lastIdx="0" clrIdx="4633"/>
  <p:cmAuthor id="4635" name="GDM-ss" initials="G" lastIdx="0" clrIdx="4634"/>
  <p:cmAuthor id="4636" name="肖方兴" initials="JMF" lastIdx="0" clrIdx="4635"/>
  <p:cmAuthor id="4637" name="谭振宇" initials="谭" lastIdx="0" clrIdx="4636"/>
  <p:cmAuthor id="4638" name="lisa" initials="l" lastIdx="0" clrIdx="4637"/>
  <p:cmAuthor id="4639" name="李晶晶" initials="李" lastIdx="0" clrIdx="4638"/>
  <p:cmAuthor id="4640" name="ALIENWARE" initials="A" lastIdx="0" clrIdx="4639"/>
  <p:cmAuthor id="4641" name="余丹丹" initials="余" lastIdx="0" clrIdx="4640"/>
  <p:cmAuthor id="4642" name="蔡乐" initials="C" lastIdx="0" clrIdx="4641"/>
  <p:cmAuthor id="4643" name="翁 浩骞" initials="翁" lastIdx="0" clrIdx="4642"/>
  <p:cmAuthor id="4644" name="Clq" initials="C" lastIdx="0" clrIdx="4643"/>
  <p:cmAuthor id="4645" name="张余创" initials="张" lastIdx="0" clrIdx="4644"/>
  <p:cmAuthor id="4646" name="10178521" initials="1" lastIdx="0" clrIdx="4645"/>
  <p:cmAuthor id="4647" name="Lijianyun" initials="L" lastIdx="0" clrIdx="4646"/>
  <p:cmAuthor id="4648" name="caq" initials="c" lastIdx="0" clrIdx="4647"/>
  <p:cmAuthor id="4649" name="彭发龙" initials="彭" lastIdx="0" clrIdx="4648"/>
  <p:cmAuthor id="4650" name="荣钦T" initials="荣" lastIdx="0" clrIdx="4649"/>
  <p:cmAuthor id="4651" name="企业用户_803309284" initials="企" lastIdx="0" clrIdx="4650"/>
  <p:cmAuthor id="4652" name="卓威" initials="卓" lastIdx="0" clrIdx="4651"/>
  <p:cmAuthor id="4653" name="李大嗨" initials="李" lastIdx="0" clrIdx="4652"/>
  <p:cmAuthor id="4654" name="徐旸" initials="徐" lastIdx="0" clrIdx="4653"/>
  <p:cmAuthor id="4655" name="y00634269" initials="y" lastIdx="0" clrIdx="4654"/>
  <p:cmAuthor id="4656" name="北野战萧" initials="北" lastIdx="0" clrIdx="4655"/>
  <p:cmAuthor id="4657" name="leif" initials="l" lastIdx="0" clrIdx="4656"/>
  <p:cmAuthor id="4658" name="Nora" initials="N" lastIdx="0" clrIdx="4657"/>
  <p:cmAuthor id="4659" name="Zhang Yurou" initials="ZY" lastIdx="0" clrIdx="4658"/>
  <p:cmAuthor id="4660" name="瑞鹏" initials="瑞鹏" lastIdx="0" clrIdx="4659"/>
  <p:cmAuthor id="4661" name="A熊泽锐" initials="A" lastIdx="0" clrIdx="4660"/>
  <p:cmAuthor id="4662" name="孙福涛" initials="孙" lastIdx="0" clrIdx="4661"/>
  <p:cmAuthor id="4663" name="魏宏业" initials="魏" lastIdx="0" clrIdx="4662"/>
  <p:cmAuthor id="4664" name="王立晖" initials="u" lastIdx="0" clrIdx="4663"/>
  <p:cmAuthor id="4665" name="谢荣彬" initials="谢荣彬" lastIdx="0" clrIdx="4664"/>
  <p:cmAuthor id="4666" name="丘媚佳" initials="丘" lastIdx="0" clrIdx="4665"/>
  <p:cmAuthor id="4667" name="陈钟雅" initials="陈" lastIdx="0" clrIdx="4666"/>
  <p:cmAuthor id="4668" name="sheng zhou" initials="sz" lastIdx="0" clrIdx="4667"/>
  <p:cmAuthor id="4669" name="张梦妮" initials="张" lastIdx="0" clrIdx="4668"/>
  <p:cmAuthor id="4670" name="胡靖玲" initials="HJL" lastIdx="0" clrIdx="4669"/>
  <p:cmAuthor id="4671" name="邓捷" initials="邓" lastIdx="0" clrIdx="4670"/>
  <p:cmAuthor id="4672" name="谢梅" initials="谢" lastIdx="0" clrIdx="4671"/>
  <p:cmAuthor id="4673" name="wen" initials="w" lastIdx="0" clrIdx="4672"/>
  <p:cmAuthor id="4674" name="誒嘘唏" initials="誒" lastIdx="0" clrIdx="4673"/>
  <p:cmAuthor id="4675" name="翁美娜" initials="翁" lastIdx="0" clrIdx="4674"/>
  <p:cmAuthor id="4676" name="梁国健" initials="梁" lastIdx="0" clrIdx="4675"/>
  <p:cmAuthor id="4677" name="闫鑫" initials="闫" lastIdx="0" clrIdx="4676"/>
  <p:cmAuthor id="4678" name="王传东" initials="王" lastIdx="0" clrIdx="4677"/>
  <p:cmAuthor id="4679" name="wangyl5759" initials="w" lastIdx="0" clrIdx="4678"/>
  <p:cmAuthor id="4680" name="李艳菲" initials="李" lastIdx="0" clrIdx="4679"/>
  <p:cmAuthor id="4681" name="孟刚" initials="孟" lastIdx="0" clrIdx="4680"/>
  <p:cmAuthor id="4682" name="10171677" initials="1" lastIdx="0" clrIdx="4681"/>
  <p:cmAuthor id="4683" name="riversideee" initials="r" lastIdx="0" clrIdx="4682"/>
  <p:cmAuthor id="4684" name="李灏" initials="李" lastIdx="0" clrIdx="4683"/>
  <p:cmAuthor id="4685" name="Shan Su(联通集团客户服务部)" initials="SS" lastIdx="0" clrIdx="4684"/>
  <p:cmAuthor id="4686" name="詹天仪" initials="詹" lastIdx="0" clrIdx="4685"/>
  <p:cmAuthor id="4687" name="ITer" initials="authorId_389172291" lastIdx="0" clrIdx="4686"/>
  <p:cmAuthor id="4688" name="WF管理员" initials="曲" lastIdx="0" clrIdx="4687"/>
  <p:cmAuthor id="4689" name="mengx79" initials="m" lastIdx="0" clrIdx="4688"/>
  <p:cmAuthor id="4690" name="春" initials="春" lastIdx="0" clrIdx="4689"/>
  <p:cmAuthor id="4691" name="明" initials="明" lastIdx="0" clrIdx="4690"/>
  <p:cmAuthor id="4692" name="59314" initials="5" lastIdx="0" clrIdx="4691"/>
  <p:cmAuthor id="4693" name="2263098360@qq.com" initials="2" lastIdx="0" clrIdx="4692"/>
  <p:cmAuthor id="4694" name="WPS_1462182938" initials="W" lastIdx="0" clrIdx="4693"/>
  <p:cmAuthor id="4695" name="董春杰" initials="董" lastIdx="0" clrIdx="4694"/>
  <p:cmAuthor id="4696" name="listen" initials="l" lastIdx="0" clrIdx="4695"/>
  <p:cmAuthor id="4697" name="yangyy" initials="y" lastIdx="0" clrIdx="4696"/>
  <p:cmAuthor id="4698" name="王00" initials="王" lastIdx="0" clrIdx="4697"/>
  <p:cmAuthor id="4699" name="wangx" initials="w" lastIdx="0" clrIdx="4698"/>
  <p:cmAuthor id="4700" name="SSDRo" initials="S" lastIdx="0" clrIdx="4699"/>
  <p:cmAuthor id="4701" name="大超" initials="大" lastIdx="0" clrIdx="4700"/>
  <p:cmAuthor id="4702" name="lt2022" initials="l" lastIdx="0" clrIdx="4701"/>
  <p:cmAuthor id="4703" name="u" initials="u" lastIdx="0" clrIdx="4702"/>
  <p:cmAuthor id="4704" name="李健" initials="李" lastIdx="0" clrIdx="4703"/>
  <p:cmAuthor id="4705" name="刘璇璇" initials="刘" lastIdx="0" clrIdx="4704"/>
  <p:cmAuthor id="4706" name="799853625@qq.com" initials="" lastIdx="0" clrIdx="4705"/>
  <p:cmAuthor id="4707" name="宋雪梅" initials="宋" lastIdx="0" clrIdx="4706"/>
  <p:cmAuthor id="4708" name="张亦红" initials="张" lastIdx="0" clrIdx="4707"/>
  <p:cmAuthor id="4709" name="ren" initials="r" lastIdx="0" clrIdx="4708"/>
  <p:cmAuthor id="4710" name="贾倩倩" initials="贾" lastIdx="0" clrIdx="4709"/>
  <p:cmAuthor id="4711" name="heqing" initials="h" lastIdx="0" clrIdx="4710"/>
  <p:cmAuthor id="4712" name="梦洁" initials="梦洁" lastIdx="0" clrIdx="4711"/>
  <p:cmAuthor id="4713" name="34622" initials="3" lastIdx="0" clrIdx="4712"/>
  <p:cmAuthor id="4714" name="刘雅坤" initials="liuyk39" lastIdx="0" clrIdx="4713"/>
  <p:cmAuthor id="4715" name="周创" initials="周" lastIdx="0" clrIdx="4714"/>
  <p:cmAuthor id="4716" name="85009" initials="8" lastIdx="0" clrIdx="4715"/>
  <p:cmAuthor id="4717" name="WANGK46" initials="l" lastIdx="0" clrIdx="4716"/>
  <p:cmAuthor id="4718" name="gaojl" initials="g" lastIdx="0" clrIdx="4717"/>
  <p:cmAuthor id="4719" name="l'y'h" initials="l" lastIdx="0" clrIdx="4718"/>
  <p:cmAuthor id="4720" name="xianzhi wu" initials="xw" lastIdx="0" clrIdx="4719"/>
  <p:cmAuthor id="4721" name="luoxu" initials="l" lastIdx="0" clrIdx="4720"/>
  <p:cmAuthor id="4722" name="liuq" initials="l" lastIdx="0" clrIdx="4721"/>
  <p:cmAuthor id="4723" name="SX-TD" initials="S" lastIdx="0" clrIdx="4722"/>
  <p:cmAuthor id="4724" name="J C" initials="JC" lastIdx="0" clrIdx="4723"/>
  <p:cmAuthor id="4725" name="中兴-张文栓" initials="1" lastIdx="0" clrIdx="4724"/>
  <p:cmAuthor id="4726" name="10026840" initials="1" lastIdx="0" clrIdx="4725"/>
  <p:cmAuthor id="4727" name="日行一善" initials="日" lastIdx="0" clrIdx="4726"/>
  <p:cmAuthor id="4728" name="张皎皎" initials="张" lastIdx="0" clrIdx="4727"/>
  <p:cmAuthor id="4729" name="WPS_1726187253" initials="W" lastIdx="0" clrIdx="4728"/>
  <p:cmAuthor id="4730" name="WPS_1649733406" initials="W" lastIdx="0" clrIdx="4729"/>
  <p:cmAuthor id="4731" name="张朋" initials="张" lastIdx="0" clrIdx="4730"/>
  <p:cmAuthor id="4732" name="王澍" initials="王" lastIdx="0" clrIdx="4731"/>
  <p:cmAuthor id="4733" name="dinghongwei" initials="d" lastIdx="0" clrIdx="4732"/>
  <p:cmAuthor id="4734" name="55088" initials="5" lastIdx="0" clrIdx="4733"/>
  <p:cmAuthor id="4735" name="liu xuefeng" initials="lx" lastIdx="0" clrIdx="4734"/>
  <p:cmAuthor id="4736" name="ZHANG" initials="Z" lastIdx="0" clrIdx="4735"/>
  <p:cmAuthor id="4737" name="Lisa" initials="L" lastIdx="0" clrIdx="4736"/>
  <p:cmAuthor id="4738" name="wangguoxiang 00210372" initials="w0" lastIdx="0" clrIdx="4737"/>
  <p:cmAuthor id="4739" name="Lishujian" initials="L" lastIdx="0" clrIdx="4738"/>
  <p:cmAuthor id="4740" name="杨春丽" initials="y" lastIdx="0" clrIdx="4739"/>
  <p:cmAuthor id="4741" name="木木酱" initials="" lastIdx="0" clrIdx="4740"/>
  <p:cmAuthor id="4742" name="chen dongmei" initials="cd" lastIdx="0" clrIdx="4741"/>
  <p:cmAuthor id="4743" name="tnton" initials="t" lastIdx="0" clrIdx="4742"/>
  <p:cmAuthor id="4744" name="huolongguo" initials="h" lastIdx="0" clrIdx="4743"/>
  <p:cmAuthor id="4745" name="程宝龙" initials="程" lastIdx="0" clrIdx="4744"/>
  <p:cmAuthor id="4746" name="朱雷雷" initials="朱" lastIdx="0" clrIdx="4745"/>
  <p:cmAuthor id="4747" name="林宝" initials="林" lastIdx="0" clrIdx="4746"/>
  <p:cmAuthor id="4748" name="yingjingsheng1" initials="y" lastIdx="0" clrIdx="4747"/>
  <p:cmAuthor id="4749" name="谢明皓" initials="谢" lastIdx="0" clrIdx="4748"/>
  <p:cmAuthor id="4750" name="崔丽娟" initials="崔" lastIdx="0" clrIdx="4749"/>
  <p:cmAuthor id="4751" name="刘晓敏" initials="刘" lastIdx="0" clrIdx="4750"/>
  <p:cmAuthor id="4752" name="白艳" initials="白" lastIdx="0" clrIdx="4751"/>
  <p:cmAuthor id="4753" name="焦勇" initials="焦" lastIdx="0" clrIdx="4752"/>
  <p:cmAuthor id="4754" name="杨克丽" initials="杨" lastIdx="0" clrIdx="4753"/>
  <p:cmAuthor id="4755" name="杜宸霆" initials="杜" lastIdx="0" clrIdx="4754"/>
  <p:cmAuthor id="4756" name="刘震" initials="刘" lastIdx="0" clrIdx="4755"/>
  <p:cmAuthor id="4757" name="29861" initials="2" lastIdx="0" clrIdx="4756"/>
  <p:cmAuthor id="4758" name="李敏" initials="李" lastIdx="0" clrIdx="4757"/>
  <p:cmAuthor id="4759" name="不停游的鱼" initials="不" lastIdx="0" clrIdx="4758"/>
  <p:cmAuthor id="4760" name="Lucerne" initials="L" lastIdx="0" clrIdx="4759"/>
  <p:cmAuthor id="4761" name="李 熙" initials="李" lastIdx="0" clrIdx="4760"/>
  <p:cmAuthor id="4762" name="乌润强10109140" initials="10109140" lastIdx="0" clrIdx="4761"/>
  <p:cmAuthor id="4763" name="尤美琴" initials="尤" lastIdx="0" clrIdx="4762"/>
  <p:cmAuthor id="4764" name="10163790" initials="1" lastIdx="0" clrIdx="4763"/>
  <p:cmAuthor id="4765" name="柳青" initials="柳" lastIdx="0" clrIdx="4764"/>
  <p:cmAuthor id="4766" name="交付无线" initials="交" lastIdx="0" clrIdx="4765"/>
  <p:cmAuthor id="4767" name="sunjw65" initials="s" lastIdx="0" clrIdx="4766"/>
  <p:cmAuthor id="4768" name="赵俊康" initials="z" lastIdx="0" clrIdx="4767"/>
  <p:cmAuthor id="4769" name="冯江" initials="冯" lastIdx="0" clrIdx="4768"/>
  <p:cmAuthor id="4770" name="wuyan" initials="w" lastIdx="0" clrIdx="4769"/>
  <p:cmAuthor id="4771" name="赵强" initials="赵" lastIdx="0" clrIdx="4770"/>
  <p:cmAuthor id="4772" name="李晓华" initials="李" lastIdx="0" clrIdx="4771"/>
  <p:cmAuthor id="4773" name="孔洁" initials="孔" lastIdx="0" clrIdx="4772"/>
  <p:cmAuthor id="4774" name="贾斯珺" initials="贾" lastIdx="0" clrIdx="4773"/>
  <p:cmAuthor id="4775" name="sun" initials="s" lastIdx="0" clrIdx="4774"/>
  <p:cmAuthor id="4776" name="edz" initials="e" lastIdx="0" clrIdx="4775"/>
  <p:cmAuthor id="4777" name="曹 新蕾" initials="曹" lastIdx="0" clrIdx="4776"/>
  <p:cmAuthor id="4778" name="XI XI" initials="XX" lastIdx="0" clrIdx="4777"/>
  <p:cmAuthor id="4779" name="634274005@qq.com" initials="6" lastIdx="0" clrIdx="4778"/>
  <p:cmAuthor id="4780" name="周晓孟" initials="周" lastIdx="0" clrIdx="4779"/>
  <p:cmAuthor id="4781" name="董双庭" initials="N" lastIdx="0" clrIdx="4780"/>
  <p:cmAuthor id="4782" name="yaosh" initials="y" lastIdx="0" clrIdx="4781"/>
  <p:cmAuthor id="4783" name="87381" initials="8" lastIdx="0" clrIdx="4782"/>
  <p:cmAuthor id="4784" name="xiu kunchao" initials="xk" lastIdx="0" clrIdx="4783"/>
  <p:cmAuthor id="4785" name="KANG" initials="K" lastIdx="0" clrIdx="4784"/>
  <p:cmAuthor id="4786" name="Yung Rachel" initials="YR" lastIdx="0" clrIdx="4785"/>
  <p:cmAuthor id="4787" name="aq" initials="a" lastIdx="0" clrIdx="4786"/>
  <p:cmAuthor id="4788" name="常勇 母" initials="常勇" lastIdx="0" clrIdx="4787"/>
  <p:cmAuthor id="4789" name="许珊" initials="许" lastIdx="0" clrIdx="4788"/>
  <p:cmAuthor id="4790" name="曹书慧" initials="曹" lastIdx="0" clrIdx="4789"/>
  <p:cmAuthor id="4791" name="杨怡" initials="杨" lastIdx="0" clrIdx="4790"/>
  <p:cmAuthor id="4792" name="沈豆豆" initials="沈" lastIdx="0" clrIdx="4791"/>
  <p:cmAuthor id="4793" name="書緯 洪" initials="書緯" lastIdx="0" clrIdx="4792"/>
  <p:cmAuthor id="4794" name="39201" initials="3" lastIdx="0" clrIdx="4793"/>
  <p:cmAuthor id="4795" name="李开威" initials="李" lastIdx="0" clrIdx="4794"/>
  <p:cmAuthor id="4796" name="张鲲" initials="张" lastIdx="0" clrIdx="4795"/>
  <p:cmAuthor id="4797" name="徐珂" initials="徐" lastIdx="0" clrIdx="4796"/>
  <p:cmAuthor id="4798" name="筅笙" initials="筅" lastIdx="0" clrIdx="4797"/>
  <p:cmAuthor id="4799" name="傅泉" initials="傅" lastIdx="0" clrIdx="4798"/>
  <p:cmAuthor id="4800" name="nx779" initials="n" lastIdx="0" clrIdx="4799"/>
  <p:cmAuthor id="4801" name="王剑斌" initials="JW" lastIdx="0" clrIdx="4800"/>
  <p:cmAuthor id="4802" name="李 少华" initials="李" lastIdx="0" clrIdx="4801"/>
  <p:cmAuthor id="4803" name="周杰华" initials="l" lastIdx="0" clrIdx="4802"/>
  <p:cmAuthor id="4804" name="Howard Ye" initials="HY" lastIdx="0" clrIdx="4803"/>
  <p:cmAuthor id="4805" name="David Wu J" initials="DWJ" lastIdx="0" clrIdx="4804"/>
  <p:cmAuthor id="4806" name="易鹏" initials="易" lastIdx="0" clrIdx="4805"/>
  <p:cmAuthor id="4807" name="10090152" initials="1" lastIdx="0" clrIdx="4806"/>
  <p:cmAuthor id="4808" name="张广利" initials="张" lastIdx="0" clrIdx="4807"/>
  <p:cmAuthor id="4809" name="杨启明" initials="杨" lastIdx="0" clrIdx="4808"/>
  <p:cmAuthor id="4810" name="俊斌 陈" initials="俊斌" lastIdx="0" clrIdx="4809"/>
  <p:cmAuthor id="4811" name="。。。" initials="。" lastIdx="0" clrIdx="4810"/>
  <p:cmAuthor id="4812" name="王喜" initials="7" lastIdx="0" clrIdx="4811"/>
  <p:cmAuthor id="4813" name="周盼" initials="周" lastIdx="0" clrIdx="4812"/>
  <p:cmAuthor id="4814" name="heweia@digiwin.com" initials="h" lastIdx="0" clrIdx="4813"/>
  <p:cmAuthor id="4815" name="方婷婷" initials="方" lastIdx="0" clrIdx="4814"/>
  <p:cmAuthor id="4816" name="liuxu2" initials="l" lastIdx="0" clrIdx="4815"/>
  <p:cmAuthor id="4817" name="lmw" initials="l" lastIdx="0" clrIdx="4816"/>
  <p:cmAuthor id="4818" name="小牛" initials="小" lastIdx="0" clrIdx="4817"/>
  <p:cmAuthor id="4819" name="yuzhaojie" initials="y" lastIdx="0" clrIdx="4818"/>
  <p:cmAuthor id="4820" name="蓝莓" initials="S" lastIdx="0" clrIdx="4819"/>
  <p:cmAuthor id="4821" name="NikiY" initials="N" lastIdx="0" clrIdx="4820"/>
  <p:cmAuthor id="4822" name="dsdas" initials="d" lastIdx="0" clrIdx="4821"/>
  <p:cmAuthor id="4823" name="Hseaki" initials="H" lastIdx="0" clrIdx="4822"/>
  <p:cmAuthor id="4824" name="Alodi" initials="A" lastIdx="0" clrIdx="4823"/>
  <p:cmAuthor id="4825" name="gsy" initials="g" lastIdx="0" clrIdx="4824"/>
  <p:cmAuthor id="4826" name="俊 刘" initials="俊刘" lastIdx="0" clrIdx="4825"/>
  <p:cmAuthor id="4827" name="huangrenfen" initials="h" lastIdx="0" clrIdx="4826"/>
  <p:cmAuthor id="4828" name="xujin" initials="x" lastIdx="0" clrIdx="4827"/>
  <p:cmAuthor id="4829" name="Xutao(X)" initials="X" lastIdx="0" clrIdx="4828"/>
  <p:cmAuthor id="4830" name="陈思曦_Z3Ivji6B" initials="authorId_AK20221026:AK20221029HCSFPP10055444" lastIdx="0" clrIdx="4829"/>
  <p:cmAuthor id="4831" name="张钦" initials="张" lastIdx="0" clrIdx="4830"/>
  <p:cmAuthor id="4832" name="WPS_1656321516" initials="W" lastIdx="0" clrIdx="4831"/>
  <p:cmAuthor id="4833" name="张鑫芮" initials="ZXR" lastIdx="0" clrIdx="4832"/>
  <p:cmAuthor id="4834" name="况 年虎" initials="况" lastIdx="0" clrIdx="4833"/>
  <p:cmAuthor id="4835" name="英姿" initials="英" lastIdx="0" clrIdx="4834"/>
  <p:cmAuthor id="4836" name="磐石" initials="磐" lastIdx="0" clrIdx="4835"/>
  <p:cmAuthor id="4837" name="勤" initials="勤" lastIdx="0" clrIdx="4836"/>
  <p:cmAuthor id="4838" name="gtmc" initials="g" lastIdx="0" clrIdx="4837"/>
  <p:cmAuthor id="4839" name="JIANGHAN" initials="J" lastIdx="0" clrIdx="4838"/>
  <p:cmAuthor id="4840" name="刘 力豪" initials="刘" lastIdx="0" clrIdx="4839"/>
  <p:cmAuthor id="4841" name="林泽茂" initials="林" lastIdx="0" clrIdx="4840"/>
  <p:cmAuthor id="4842" name="huangsisi01@outlook.com" initials="h" lastIdx="0" clrIdx="4841"/>
  <p:cmAuthor id="4843" name="人工智能" initials="人" lastIdx="0" clrIdx="4842"/>
  <p:cmAuthor id="4844" name="魏延才" initials="魏" lastIdx="0" clrIdx="4843"/>
  <p:cmAuthor id="4845" name="DingC" initials="D" lastIdx="0" clrIdx="4844"/>
  <p:cmAuthor id="4846" name="吴瑞鹏" initials="吴" lastIdx="0" clrIdx="4845"/>
  <p:cmAuthor id="4847" name="爱作的胡曈曈童鞋" initials="爱" lastIdx="0" clrIdx="4846"/>
  <p:cmAuthor id="4848" name="Karissa Lai" initials="KL" lastIdx="0" clrIdx="4847"/>
  <p:cmAuthor id="4849" name="hu yan" initials="h" lastIdx="0" clrIdx="4848"/>
  <p:cmAuthor id="4850" name="GTS" initials="G" lastIdx="0" clrIdx="4849"/>
  <p:cmAuthor id="4851" name="！=NULL" initials="！" lastIdx="0" clrIdx="4850"/>
  <p:cmAuthor id="4852" name="王琳" initials="王" lastIdx="0" clrIdx="4851"/>
  <p:cmAuthor id="4853" name="未知用户307" initials="未" lastIdx="0" clrIdx="4852"/>
  <p:cmAuthor id="4854" name="世平" initials="世" lastIdx="0" clrIdx="4853"/>
  <p:cmAuthor id="4855" name="韩佳楠" initials="韩" lastIdx="0" clrIdx="4854"/>
  <p:cmAuthor id="4856" name="gaojie (V)" initials="g(" lastIdx="0" clrIdx="4855"/>
  <p:cmAuthor id="4857" name="于涛" initials="于" lastIdx="0" clrIdx="4856"/>
  <p:cmAuthor id="4858" name="任 黄" initials="任" lastIdx="0" clrIdx="4857"/>
  <p:cmAuthor id="4859" name="刘海龙" initials="刘" lastIdx="0" clrIdx="4858"/>
  <p:cmAuthor id="4860" name="CMIT" initials="C" lastIdx="0" clrIdx="4859"/>
  <p:cmAuthor id="4861" name="匆匆" initials="匆" lastIdx="0" clrIdx="4860"/>
  <p:cmAuthor id="4862" name="Hey！Judy" initials="H" lastIdx="0" clrIdx="4861"/>
  <p:cmAuthor id="4863" name="shery" initials="s" lastIdx="0" clrIdx="4862"/>
  <p:cmAuthor id="4864" name="工作号" initials="工" lastIdx="0" clrIdx="4863"/>
  <p:cmAuthor id="4865" name="Luolixun" initials="L" lastIdx="0" clrIdx="4864"/>
  <p:cmAuthor id="4866" name="超" initials="超" lastIdx="0" clrIdx="4865"/>
  <p:cmAuthor id="4867" name="zhangyancg@hq.cmcc" initials="zhangyancg@hq.cmcc" lastIdx="0" clrIdx="4866"/>
  <p:cmAuthor id="4868" name="marian" initials="m" lastIdx="0" clrIdx="4867"/>
  <p:cmAuthor id="4869" name="易宁" initials="易" lastIdx="0" clrIdx="4868"/>
  <p:cmAuthor id="4870" name="sara婷" initials="s" lastIdx="0" clrIdx="4869"/>
  <p:cmAuthor id="4871" name="亭子" initials="亭" lastIdx="0" clrIdx="4870"/>
  <p:cmAuthor id="4872" name="Chen Qiyang" initials="C" lastIdx="0" clrIdx="4871"/>
  <p:cmAuthor id="4873" name="xxx" initials="x" lastIdx="0" clrIdx="4872"/>
  <p:cmAuthor id="4874" name="施静伟" initials="施" lastIdx="0" clrIdx="4873"/>
  <p:cmAuthor id="4875" name="(ಥ_ಥ)" initials="(" lastIdx="0" clrIdx="4874"/>
  <p:cmAuthor id="4876" name="Richinfo" initials="R" lastIdx="0" clrIdx="4875"/>
  <p:cmAuthor id="4877" name="企业用户_891680014" initials="企" lastIdx="0" clrIdx="4876"/>
  <p:cmAuthor id="4878" name="牟卓" initials="牟" lastIdx="0" clrIdx="4877"/>
  <p:cmAuthor id="4879" name="w" initials="w" lastIdx="0" clrIdx="4878"/>
  <p:cmAuthor id="4880" name="L Q" initials="LQ" lastIdx="0" clrIdx="4879"/>
  <p:cmAuthor id="4881" name="张 妙甜" initials="张" lastIdx="0" clrIdx="4880"/>
  <p:cmAuthor id="4882" name="王宇博" initials="王" lastIdx="0" clrIdx="4881"/>
  <p:cmAuthor id="4883" name="zxr" initials="z" lastIdx="0" clrIdx="4882"/>
  <p:cmAuthor id="4884" name="ryy" initials="r" lastIdx="0" clrIdx="4883"/>
  <p:cmAuthor id="4885" name="张宇_RRziEZrm" initials="authorId_260961" lastIdx="0" clrIdx="4884"/>
  <p:cmAuthor id="4886" name="耿若楠" initials="耿" lastIdx="0" clrIdx="4885"/>
  <p:cmAuthor id="4887" name="A陈明珠" initials="A" lastIdx="0" clrIdx="4886"/>
  <p:cmAuthor id="4888" name="中耀 韩" initials="中耀" lastIdx="0" clrIdx="4887"/>
  <p:cmAuthor id="4889" name="丽鹏" initials="丽" lastIdx="0" clrIdx="4888"/>
  <p:cmAuthor id="4890" name="11839" initials="1" lastIdx="0" clrIdx="4889"/>
  <p:cmAuthor id="4891" name="wangxinran" initials="w" lastIdx="0" clrIdx="4890"/>
  <p:cmAuthor id="4892" name="15090" initials="1" lastIdx="0" clrIdx="4891"/>
  <p:cmAuthor id="4893" name="西瓜仔" initials="西" lastIdx="0" clrIdx="4892"/>
  <p:cmAuthor id="4894" name="15719214165@163.com" initials="1" lastIdx="0" clrIdx="4893"/>
  <p:cmAuthor id="4895" name="朱红新10208100" initials="朱红新10208100" lastIdx="0" clrIdx="4894"/>
  <p:cmAuthor id="4896" name="这个夏天" initials="这" lastIdx="0" clrIdx="4895"/>
  <p:cmAuthor id="4897" name="慧" initials="慧" lastIdx="0" clrIdx="4896"/>
  <p:cmAuthor id="4898" name="Lenovo User" initials="L" lastIdx="0" clrIdx="4897"/>
  <p:cmAuthor id="4899" name="yoikchen@outlook.com" initials="" lastIdx="0" clrIdx="4898"/>
  <p:cmAuthor id="4900" name="刘 尊顺" initials="刘" lastIdx="0" clrIdx="4899"/>
  <p:cmAuthor id="4901" name="韩永超(省公司一)" initials="韩" lastIdx="0" clrIdx="4900"/>
  <p:cmAuthor id="4902" name="George Clooney" initials="GC" lastIdx="0" clrIdx="4901"/>
  <p:cmAuthor id="4903" name="咩咩so" initials="咩" lastIdx="0" clrIdx="4902"/>
  <p:cmAuthor id="4904" name="方朝军/产品推动室/产品开发推广部/总公司" initials="方" lastIdx="0" clrIdx="4903"/>
  <p:cmAuthor id="4905" name="王晓龙" initials="王" lastIdx="0" clrIdx="4904"/>
  <p:cmAuthor id="4906" name="zhaoqi" initials="z" lastIdx="0" clrIdx="4905"/>
  <p:cmAuthor id="4907" name="Li Pengling" initials="LP" lastIdx="0" clrIdx="4906"/>
  <p:cmAuthor id="4908" name="Alex" initials="A" lastIdx="0" clrIdx="4907"/>
  <p:cmAuthor id="4909" name="Well Li" initials="W" lastIdx="0" clrIdx="4908"/>
  <p:cmAuthor id="4910" name="11794" initials="1" lastIdx="0" clrIdx="4909"/>
  <p:cmAuthor id="4911" name="myl" initials="m" lastIdx="0" clrIdx="4910"/>
  <p:cmAuthor id="4912" name="黄林" initials="黄" lastIdx="0" clrIdx="4911"/>
  <p:cmAuthor id="4913" name="HAUWEI" initials="H" lastIdx="0" clrIdx="4912"/>
  <p:cmAuthor id="4914" name="许诺" initials="许" lastIdx="0" clrIdx="4913"/>
  <p:cmAuthor id="4915" name="岳晓丽" initials="岳" lastIdx="0" clrIdx="4914"/>
  <p:cmAuthor id="4916" name="zhanglipingsj@hq.cmcc" initials="zhanglipi" lastIdx="0" clrIdx="4915"/>
  <p:cmAuthor id="4917" name="韩丽雪|hanlixue" initials="韩" lastIdx="0" clrIdx="4916"/>
  <p:cmAuthor id="4918" name="未知用户358" initials="未" lastIdx="0" clrIdx="4917"/>
  <p:cmAuthor id="4919" name="I_u6feq6Zr" initials="I" lastIdx="0" clrIdx="4918"/>
  <p:cmAuthor id="4920" name="黄鸣宇" initials="黄" lastIdx="0" clrIdx="4919"/>
  <p:cmAuthor id="4921" name="李阳" initials="liyang37@ha.cmcc" lastIdx="0" clrIdx="4920"/>
  <p:cmAuthor id="4922" name="未知用户364" initials="未" lastIdx="0" clrIdx="4921"/>
  <p:cmAuthor id="4923" name="EDY" initials="E" lastIdx="0" clrIdx="4922"/>
  <p:cmAuthor id="4924" name="liangzhiyi1" initials="l" lastIdx="0" clrIdx="4923"/>
  <p:cmAuthor id="4925" name="56292" initials="5" lastIdx="0" clrIdx="4924"/>
  <p:cmAuthor id="4926" name="laer" initials="l" lastIdx="0" clrIdx="4925"/>
  <p:cmAuthor id="4927" name="及时雨" initials="及" lastIdx="0" clrIdx="4926"/>
  <p:cmAuthor id="4928" name="Kathy" initials="K" lastIdx="0" clrIdx="4927"/>
  <p:cmAuthor id="4929" name="liuxiaowen" initials="l" lastIdx="0" clrIdx="4928"/>
  <p:cmAuthor id="4930" name="杜彦洁" initials="杜" lastIdx="0" clrIdx="4929"/>
  <p:cmAuthor id="4931" name="suxia@he.cmcc" initials="suxia@he.cmcc" lastIdx="0" clrIdx="4930"/>
  <p:cmAuthor id="4932" name="陈之华" initials="陈" lastIdx="0" clrIdx="4931"/>
  <p:cmAuthor id="4933" name="未知用户398" initials="未" lastIdx="0" clrIdx="4932"/>
  <p:cmAuthor id="4934" name="未知用户400" initials="未" lastIdx="0" clrIdx="4933"/>
  <p:cmAuthor id="4935" name="南丁丁" initials="南" lastIdx="0" clrIdx="4934"/>
  <p:cmAuthor id="4936" name="追逐日光" initials="追" lastIdx="0" clrIdx="4935"/>
  <p:cmAuthor id="4937" name="夏梦诚" initials="u" lastIdx="0" clrIdx="4936"/>
  <p:cmAuthor id="4938" name="All Hope Is Gone" initials="A" lastIdx="0" clrIdx="4937"/>
  <p:cmAuthor id="4939" name="辉辉" initials="辉" lastIdx="0" clrIdx="4938"/>
  <p:cmAuthor id="4940" name="吴伟/SGS/FMCC" initials="吴伟/SGS/FM" lastIdx="0" clrIdx="4939"/>
  <p:cmAuthor id="4941" name="Unknown User3" initials="" lastIdx="0" clrIdx="4940"/>
  <p:cmAuthor id="4942" name="王建均" initials="wjj" lastIdx="0" clrIdx="4941"/>
  <p:cmAuthor id="4943" name="george tang" initials="gt" lastIdx="0" clrIdx="4942"/>
  <p:cmAuthor id="4944" name="lin guangyu" initials="lg" lastIdx="0" clrIdx="4943"/>
  <p:cmAuthor id="4945" name="15711" initials="1" lastIdx="0" clrIdx="4944"/>
  <p:cmAuthor id="4946" name="shye_EbMrZnMJ" initials="authorId_858303361" lastIdx="0" clrIdx="4945"/>
  <p:cmAuthor id="4947" name="张科" initials="C" lastIdx="0" clrIdx="4946"/>
  <p:cmAuthor id="4948" name="程 瑜檬" initials="程" lastIdx="0" clrIdx="4947"/>
  <p:cmAuthor id="4949" name="tongweishu" initials="t" lastIdx="0" clrIdx="4948"/>
  <p:cmAuthor id="4950" name="liudehou" initials="l" lastIdx="0" clrIdx="4949"/>
  <p:cmAuthor id="4951" name="Janie" initials="J" lastIdx="0" clrIdx="4950"/>
  <p:cmAuthor id="4952" name="黎丹" initials="黎" lastIdx="0" clrIdx="4951"/>
  <p:cmAuthor id="4953" name="h07423" initials="h" lastIdx="0" clrIdx="4952"/>
  <p:cmAuthor id="4954" name="SHY" initials="S" lastIdx="0" clrIdx="4953"/>
  <p:cmAuthor id="4955" name="liuweiwan@hq.cmcc" initials="l" lastIdx="0" clrIdx="4954"/>
  <p:cmAuthor id="4956" name="liuwe" initials="l" lastIdx="0" clrIdx="4955"/>
  <p:cmAuthor id="4957" name="haomingLiu" initials="h" lastIdx="0" clrIdx="4956"/>
  <p:cmAuthor id="4958" name="muxiaohan" initials="m" lastIdx="0" clrIdx="4957"/>
  <p:cmAuthor id="4959" name="洪文静" initials="洪" lastIdx="0" clrIdx="4958"/>
  <p:cmAuthor id="4960" name="CMSZ" initials="C" lastIdx="0" clrIdx="4959"/>
  <p:cmAuthor id="4961" name="王明明" initials="王" lastIdx="0" clrIdx="4960"/>
  <p:cmAuthor id="4962" name="hys2" initials="h" lastIdx="0" clrIdx="4961"/>
  <p:cmAuthor id="4963" name="赵琦" initials="赵" lastIdx="0" clrIdx="4962"/>
  <p:cmAuthor id="4964" name="张前美" initials="Z" lastIdx="0" clrIdx="4963"/>
  <p:cmAuthor id="4965" name="evil" initials="e" lastIdx="0" clrIdx="4964"/>
  <p:cmAuthor id="4966" name="何已龙" initials="何" lastIdx="0" clrIdx="4965"/>
  <p:cmAuthor id="4967" name="叶得会" initials="叶" lastIdx="0" clrIdx="4966"/>
  <p:cmAuthor id="4968" name="Ying Li" initials="Y" lastIdx="0" clrIdx="4967"/>
  <p:cmAuthor id="4969" name="李威" initials="李" lastIdx="0" clrIdx="4968"/>
  <p:cmAuthor id="4970" name="李百秋" initials="李" lastIdx="0" clrIdx="4969"/>
  <p:cmAuthor id="4971" name="包珊珊" initials="包" lastIdx="0" clrIdx="4970"/>
  <p:cmAuthor id="4972" name="Youwen Sun" initials="Y" lastIdx="0" clrIdx="4971"/>
  <p:cmAuthor id="4973" name="�ǲ�����" initials="�" lastIdx="0" clrIdx="4972"/>
  <p:cmAuthor id="4974" name="牛宏民" initials="牛" lastIdx="0" clrIdx="4973"/>
  <p:cmAuthor id="4975" name="dadi" initials="d" lastIdx="0" clrIdx="4974"/>
  <p:cmAuthor id="4976" name="张艳芳" initials="张" lastIdx="0" clrIdx="4975"/>
  <p:cmAuthor id="4977" name="冉家沟抗靶子" initials="冉" lastIdx="0" clrIdx="4976"/>
  <p:cmAuthor id="4978" name="付心怡" initials="" lastIdx="0" clrIdx="4977"/>
  <p:cmAuthor id="4979" name="liu dan" initials="ld" lastIdx="0" clrIdx="4978"/>
  <p:cmAuthor id="4980" name="shiliming" initials="s" lastIdx="0" clrIdx="4979"/>
  <p:cmAuthor id="4981" name="86155" initials="8" lastIdx="0" clrIdx="4980"/>
  <p:cmAuthor id="4982" name="潘永学_zqEffEZJ" initials="authorId_234645887" lastIdx="0" clrIdx="4981"/>
  <p:cmAuthor id="4983" name="hanhu" initials="h" lastIdx="0" clrIdx="4982"/>
  <p:cmAuthor id="4984" name="liumin" initials="l" lastIdx="0" clrIdx="4983"/>
  <p:cmAuthor id="4985" name="范向琴|fanxq" initials="范向琴" lastIdx="0" clrIdx="4984"/>
  <p:cmAuthor id="4986" name="邹申" initials="邹" lastIdx="0" clrIdx="4985"/>
  <p:cmAuthor id="4987" name="张文中" initials="张" lastIdx="0" clrIdx="4986"/>
  <p:cmAuthor id="4988" name="张雅琦" initials="张" lastIdx="0" clrIdx="4987"/>
  <p:cmAuthor id="4989" name="zhangling" initials="z" lastIdx="0" clrIdx="4988"/>
  <p:cmAuthor id="4990" name="zhouyangcheng" initials="z" lastIdx="0" clrIdx="4989"/>
  <p:cmAuthor id="4991" name="孙遒_UnMrQ36N" initials="authorId_1008746-10054700" lastIdx="0" clrIdx="4990"/>
  <p:cmAuthor id="4992" name="没心 猫" initials="没猫" lastIdx="0" clrIdx="4991"/>
  <p:cmAuthor id="4993" name="台 风" initials="台" lastIdx="0" clrIdx="4992"/>
  <p:cmAuthor id="4994" name="孔祥聪" initials="o" lastIdx="0" clrIdx="4993"/>
  <p:cmAuthor id="4995" name="zhangxiaoyan" initials="z" lastIdx="0" clrIdx="4994"/>
  <p:cmAuthor id="4996" name="王启良" initials="王" lastIdx="0" clrIdx="4995"/>
  <p:cmAuthor id="4997" name="杨林" initials="杨林" lastIdx="0" clrIdx="4996"/>
  <p:cmAuthor id="4998" name="36481" initials="3" lastIdx="0" clrIdx="4997"/>
  <p:cmAuthor id="4999" name="王永新" initials="王" lastIdx="0" clrIdx="4998"/>
  <p:cmAuthor id="5000" name="liche" initials="l" lastIdx="0" clrIdx="4999"/>
  <p:cmAuthor id="5001" name="zouyiqun" initials="z" lastIdx="0" clrIdx="5000"/>
  <p:cmAuthor id="5002" name="M ." initials="M." lastIdx="0" clrIdx="5001"/>
  <p:cmAuthor id="5003" name="Geng CHENG" initials="GC" lastIdx="0" clrIdx="5002"/>
  <p:cmAuthor id="5004" name="LI XIAOJIA" initials="LX" lastIdx="0" clrIdx="5003"/>
  <p:cmAuthor id="5005" name="yyh" initials="y" lastIdx="0" clrIdx="5004"/>
  <p:cmAuthor id="5006" name="N N" initials="NN" lastIdx="0" clrIdx="5005"/>
  <p:cmAuthor id="5007" name="赵薇" initials="赵薇" lastIdx="0" clrIdx="5006"/>
  <p:cmAuthor id="5008" name="书云 马" initials="书云" lastIdx="0" clrIdx="5007"/>
  <p:cmAuthor id="5009" name="尹沐春" initials="MY" lastIdx="0" clrIdx="5008"/>
  <p:cmAuthor id="5010" name="HW" initials="H" lastIdx="0" clrIdx="5009"/>
  <p:cmAuthor id="5011" name="Liu Sishi" initials="L" lastIdx="0" clrIdx="5010"/>
  <p:cmAuthor id="5012" name="86181" initials="8" lastIdx="0" clrIdx="5011"/>
  <p:cmAuthor id="5013" name="zhangcp61" initials="z" lastIdx="0" clrIdx="5012"/>
  <p:cmAuthor id="5014" name="陈亚丽" initials="陈" lastIdx="0" clrIdx="5013"/>
  <p:cmAuthor id="5015" name="胥逆" initials="胥" lastIdx="0" clrIdx="5014"/>
  <p:cmAuthor id="5016" name="10033218" initials="1" lastIdx="0" clrIdx="5015"/>
  <p:cmAuthor id="5017" name="jinfanbo" initials="j" lastIdx="0" clrIdx="5016"/>
  <p:cmAuthor id="5018" name="yangkd6" initials="y" lastIdx="0" clrIdx="5017"/>
  <p:cmAuthor id="5019" name="王爽" initials="王" lastIdx="0" clrIdx="5018"/>
  <p:cmAuthor id="5020" name="yuehy" initials="y" lastIdx="0" clrIdx="5019"/>
  <p:cmAuthor id="5021" name="Cool" initials="C" lastIdx="0" clrIdx="5020"/>
  <p:cmAuthor id="5022" name="." initials="." lastIdx="0" clrIdx="5021"/>
  <p:cmAuthor id="5023" name="WPS_1602979380" initials="W" lastIdx="0" clrIdx="5022"/>
  <p:cmAuthor id="5024" name="kk" initials="k" lastIdx="0" clrIdx="5023"/>
  <p:cmAuthor id="5025" name="182----2928" initials="1" lastIdx="0" clrIdx="5024"/>
  <p:cmAuthor id="5026" name="勿忘初心" initials="勿" lastIdx="0" clrIdx="5025"/>
  <p:cmAuthor id="5027" name="任静" initials="任" lastIdx="0" clrIdx="5026"/>
  <p:cmAuthor id="5028" name="戴停" initials="戴" lastIdx="0" clrIdx="5027"/>
  <p:cmAuthor id="5029" name="`Mark." initials="`" lastIdx="0" clrIdx="5028"/>
  <p:cmAuthor id="5030" name="jh d" initials="jd" lastIdx="0" clrIdx="5029"/>
  <p:cmAuthor id="5031" name="Baymax" initials="B" lastIdx="0" clrIdx="5030"/>
  <p:cmAuthor id="5032" name="袁昭成" initials="袁" lastIdx="0" clrIdx="5031"/>
  <p:cmAuthor id="5033" name="骑蜗牛私奔" initials="骑" lastIdx="0" clrIdx="5032"/>
  <p:cmAuthor id="5034" name="Mr Keating" initials="M" lastIdx="0" clrIdx="5033"/>
  <p:cmAuthor id="5035" name="张裴" initials="张" lastIdx="0" clrIdx="5034"/>
  <p:cmAuthor id="5036" name="梅杰" initials="梅" lastIdx="0" clrIdx="5035"/>
  <p:cmAuthor id="5037" name="YiYi" initials="Y" lastIdx="0" clrIdx="5036"/>
  <p:cmAuthor id="5038" name="孙扬" initials="孙" lastIdx="0" clrIdx="5037"/>
  <p:cmAuthor id="5039" name="严奕辰" initials="严" lastIdx="0" clrIdx="5038"/>
  <p:cmAuthor id="5040" name="WPS_1672491172" initials="W" lastIdx="0" clrIdx="5039"/>
  <p:cmAuthor id="5041" name="Juliet猪立业" initials="J" lastIdx="0" clrIdx="5040"/>
  <p:cmAuthor id="5042" name="风之子" initials="风" lastIdx="0" clrIdx="5041"/>
  <p:cmAuthor id="5043" name="果子" initials="果" lastIdx="0" clrIdx="5042"/>
  <p:cmAuthor id="5044" name="13783587607" initials="1" lastIdx="0" clrIdx="5043"/>
  <p:cmAuthor id="5045" name="Carith" initials="C" lastIdx="0" clrIdx="5044"/>
  <p:cmAuthor id="5046" name="邹" initials="邹" lastIdx="0" clrIdx="5045"/>
  <p:cmAuthor id="5047" name="琦琴 黄" initials="琦黄" lastIdx="0" clrIdx="5046"/>
  <p:cmAuthor id="5048" name="cgm" initials="c" lastIdx="0" clrIdx="5047"/>
  <p:cmAuthor id="5049" name="阿郭" initials="阿" lastIdx="0" clrIdx="5048"/>
  <p:cmAuthor id="5050" name="liuti" initials="l" lastIdx="0" clrIdx="5049"/>
  <p:cmAuthor id="5051" name="/ 七安 /" initials="/" lastIdx="0" clrIdx="5050"/>
  <p:cmAuthor id="5052" name="USER674487" initials="U" lastIdx="0" clrIdx="5051"/>
  <p:cmAuthor id="5053" name="段瑞祥" initials="段" lastIdx="0" clrIdx="5052"/>
  <p:cmAuthor id="5054" name="孙傲" initials="孙" lastIdx="0" clrIdx="5053"/>
  <p:cmAuthor id="5055" name="wswsbo" initials="w" lastIdx="0" clrIdx="5054"/>
  <p:cmAuthor id="5056" name="tianatan" initials="t" lastIdx="0" clrIdx="5055"/>
  <p:cmAuthor id="5057" name="泡泡" initials="泡" lastIdx="0" clrIdx="5056"/>
  <p:cmAuthor id="5058" name="王天逸" initials="王" lastIdx="0" clrIdx="5057"/>
  <p:cmAuthor id="5059" name="  " initials=" " lastIdx="0" clrIdx="5058"/>
  <p:cmAuthor id="5060" name="Caoshiming" initials="C" lastIdx="0" clrIdx="5059"/>
  <p:cmAuthor id="5061" name="xxxx" initials="x" lastIdx="0" clrIdx="5060"/>
  <p:cmAuthor id="5062" name="殊途" initials="殊" lastIdx="0" clrIdx="5061"/>
  <p:cmAuthor id="5063" name="智冉冉" initials="智" lastIdx="0" clrIdx="5062"/>
  <p:cmAuthor id="5064" name="cusc-chenxi" initials="c" lastIdx="0" clrIdx="5063"/>
  <p:cmAuthor id="5065" name="张立鑫" initials="张" lastIdx="0" clrIdx="5064"/>
  <p:cmAuthor id="5066" name="Lemon." initials="L" lastIdx="0" clrIdx="5065"/>
  <p:cmAuthor id="5067" name="allan" initials="a" lastIdx="0" clrIdx="5066"/>
  <p:cmAuthor id="5068" name="白鑫" initials="白" lastIdx="0" clrIdx="5067"/>
  <p:cmAuthor id="5069" name="刘佳" initials="刘" lastIdx="0" clrIdx="5068"/>
  <p:cmAuthor id="5070" name="豆晨静" initials="豆" lastIdx="0" clrIdx="5069"/>
  <p:cmAuthor id="5071" name="邰云燕" initials="邰" lastIdx="0" clrIdx="5070"/>
  <p:cmAuthor id="5072" name="爱炫马铃薯" initials="爱" lastIdx="0" clrIdx="5071"/>
  <p:cmAuthor id="5073" name="liuy2355" initials="l" lastIdx="0" clrIdx="5072"/>
  <p:cmAuthor id="5074" name="小夫子" initials="小" lastIdx="0" clrIdx="5073"/>
  <p:cmAuthor id="5075" name="yy_fmi2Ury6" initials="authorId_898473456" lastIdx="0" clrIdx="5074"/>
  <p:cmAuthor id="5076" name="谢照君" initials="x" lastIdx="0" clrIdx="5075"/>
  <p:cmAuthor id="5077" name="g00202162" initials="g" lastIdx="0" clrIdx="5076"/>
  <p:cmAuthor id="5078" name="xiaver xiaver" initials="xx" lastIdx="0" clrIdx="5077"/>
  <p:cmAuthor id="5079" name="天宇" initials="天宇" lastIdx="0" clrIdx="5078"/>
  <p:cmAuthor id="5080" name="jee" initials="j" lastIdx="0" clrIdx="5079"/>
  <p:cmAuthor id="5081" name="7124015@qq.com" initials="7" lastIdx="0" clrIdx="5080"/>
  <p:cmAuthor id="5082" name="James" initials="J" lastIdx="0" clrIdx="5081"/>
  <p:cmAuthor id="5083" name="骆倩怡_Znauj26B" initials="authorId_382814100" lastIdx="0" clrIdx="5082"/>
  <p:cmAuthor id="5084" name="kky" initials="k" lastIdx="0" clrIdx="5083"/>
  <p:cmAuthor id="5085" name="leon" initials="l" lastIdx="0" clrIdx="5084"/>
  <p:cmAuthor id="5086" name="qinli" initials="q" lastIdx="0" clrIdx="5085"/>
  <p:cmAuthor id="5087" name="电脑" initials="电" lastIdx="0" clrIdx="5086"/>
  <p:cmAuthor id="5088" name="tao yan" initials="t" lastIdx="0" clrIdx="5087"/>
  <p:cmAuthor id="5089" name="陈丽" initials="陈" lastIdx="0" clrIdx="5088"/>
  <p:cmAuthor id="5090" name="陈喆" initials="陈" lastIdx="0" clrIdx="5089"/>
  <p:cmAuthor id="5091" name="Chen, Naikang A." initials="C" lastIdx="0" clrIdx="5090"/>
  <p:cmAuthor id="5092" name="苏薇" initials="苏" lastIdx="0" clrIdx="5091"/>
  <p:cmAuthor id="5093" name="yubaoquan" initials="y" lastIdx="0" clrIdx="5092"/>
  <p:cmAuthor id="5094" name="林 卓" initials="林" lastIdx="0" clrIdx="5093"/>
  <p:cmAuthor id="5095" name="zyrstz" initials="z" lastIdx="0" clrIdx="5094"/>
  <p:cmAuthor id="5096" name="庞尔慧" initials="庞" lastIdx="0" clrIdx="5095"/>
  <p:cmAuthor id="5097" name="XMY" initials="X" lastIdx="0" clrIdx="5096"/>
  <p:cmAuthor id="5098" name="xmy" initials="x" lastIdx="0" clrIdx="5097"/>
  <p:cmAuthor id="5099" name="唐承均" initials="xb21cn" lastIdx="0" clrIdx="5098"/>
  <p:cmAuthor id="5100" name="刘 铮" initials="刘" lastIdx="0" clrIdx="5099"/>
  <p:cmAuthor id="5101" name="雷 鸣" initials="雷" lastIdx="0" clrIdx="5100"/>
  <p:cmAuthor id="5102" name="chen jianmin" initials="cj" lastIdx="0" clrIdx="5101"/>
  <p:cmAuthor id="5103" name="ting yue" initials="t" lastIdx="0" clrIdx="5102"/>
  <p:cmAuthor id="5104" name="jk-an" initials="j" lastIdx="0" clrIdx="5103"/>
  <p:cmAuthor id="5105" name="david bin" initials="d" lastIdx="0" clrIdx="5104"/>
  <p:cmAuthor id="5106" name="陈俊奕" initials="陈俊奕" lastIdx="0" clrIdx="5105"/>
  <p:cmAuthor id="5107" name="宋海锐" initials="宋" lastIdx="0" clrIdx="5106"/>
  <p:cmAuthor id="5108" name="张 明晖" initials="张" lastIdx="0" clrIdx="5107"/>
  <p:cmAuthor id="5109" name="汪佳伟" initials="汪" lastIdx="0" clrIdx="5108"/>
  <p:cmAuthor id="5110" name="联扬 设计" initials="联扬" lastIdx="0" clrIdx="5109"/>
  <p:cmAuthor id="5111" name="张梦瑶" initials="张" lastIdx="0" clrIdx="5110"/>
  <p:cmAuthor id="5112" name="未知的使用者79" initials="" lastIdx="0" clrIdx="5111"/>
  <p:cmAuthor id="5113" name="zqr" initials="z" lastIdx="0" clrIdx="5112"/>
  <p:cmAuthor id="5114" name="李江莉" initials="李" lastIdx="0" clrIdx="5113"/>
  <p:cmAuthor id="5115" name="肖 钦峰" initials="肖" lastIdx="0" clrIdx="5114"/>
  <p:cmAuthor id="5116" name="张 冰雷" initials="张" lastIdx="0" clrIdx="5115"/>
  <p:cmAuthor id="5117" name="ymt" initials="y" lastIdx="0" clrIdx="5116"/>
  <p:cmAuthor id="5118" name="MACBOOK" initials="M" lastIdx="0" clrIdx="5117"/>
  <p:cmAuthor id="5119" name="杨庆甫" initials="杨" lastIdx="0" clrIdx="5118"/>
  <p:cmAuthor id="5120" name="MICKEY_UG" initials="M" lastIdx="0" clrIdx="5119"/>
  <p:cmAuthor id="5121" name="郑哲" initials="郑" lastIdx="0" clrIdx="5120"/>
  <p:cmAuthor id="5122" name="郭厅" initials="郭" lastIdx="0" clrIdx="5121"/>
  <p:cmAuthor id="5123" name="胡庆浩" initials="胡" lastIdx="0" clrIdx="5122"/>
  <p:cmAuthor id="5124" name="于啸峰" initials="于" lastIdx="0" clrIdx="5123"/>
  <p:cmAuthor id="5125" name="Yidan" initials="Y" lastIdx="0" clrIdx="5124"/>
  <p:cmAuthor id="5126" name="刘瑞龙" initials="刘" lastIdx="0" clrIdx="5125"/>
  <p:cmAuthor id="5127" name="浅影" initials="浅" lastIdx="0" clrIdx="5126"/>
  <p:cmAuthor id="5128" name="86131" initials="8" lastIdx="0" clrIdx="5127"/>
  <p:cmAuthor id="5129" name="余志宝" initials="" lastIdx="0" clrIdx="5128"/>
  <p:cmAuthor id="5130" name="汪鹏扬" initials="汪" lastIdx="0" clrIdx="5129"/>
  <p:cmAuthor id="5131" name="征" initials="征" lastIdx="0" clrIdx="5130"/>
  <p:cmAuthor id="5132" name="13704" initials="1" lastIdx="0" clrIdx="5131"/>
  <p:cmAuthor id="5133" name="kechuying" initials="k" lastIdx="0" clrIdx="5132"/>
  <p:cmAuthor id="5134" name="Jan" initials="Jan" lastIdx="0" clrIdx="5133"/>
  <p:cmAuthor id="5135" name="ZhuShu" initials="Z" lastIdx="0" clrIdx="5134"/>
  <p:cmAuthor id="5136" name="Wang Gavin" initials="WG" lastIdx="0" clrIdx="5135"/>
  <p:cmAuthor id="5137" name="王茂干" initials="王" lastIdx="0" clrIdx="5136"/>
  <p:cmAuthor id="5138" name="朴春善" initials="朴" lastIdx="0" clrIdx="5137"/>
  <p:cmAuthor id="5139" name="彭浩" initials="彭" lastIdx="0" clrIdx="5138"/>
  <p:cmAuthor id="5140" name="Norton" initials="N" lastIdx="0" clrIdx="5139"/>
  <p:cmAuthor id="5141" name="苗茜" initials="苗" lastIdx="0" clrIdx="5140"/>
  <p:cmAuthor id="5142" name="J J" initials="JJ" lastIdx="0" clrIdx="5141"/>
  <p:cmAuthor id="5143" name="15651" initials="1" lastIdx="0" clrIdx="5142"/>
  <p:cmAuthor id="5144" name="14219" initials="1" lastIdx="0" clrIdx="5143"/>
  <p:cmAuthor id="5145" name="36994979@qq.com" initials="3" lastIdx="0" clrIdx="5144"/>
  <p:cmAuthor id="5146" name="Bowb" initials="B" lastIdx="0" clrIdx="5145"/>
  <p:cmAuthor id="5147" name="梁文斌" initials="梁" lastIdx="0" clrIdx="5146"/>
  <p:cmAuthor id="5148" name="倪志杰" initials="倪" lastIdx="0" clrIdx="5147"/>
  <p:cmAuthor id="5149" name="chan" initials="c" lastIdx="0" clrIdx="5148"/>
  <p:cmAuthor id="5150" name="小电女" initials="小" lastIdx="0" clrIdx="5149"/>
  <p:cmAuthor id="5151" name="肖倩" initials="肖" lastIdx="0" clrIdx="5150"/>
  <p:cmAuthor id="5152" name="林子翔" initials="林" lastIdx="0" clrIdx="5151"/>
  <p:cmAuthor id="5153" name="86152" initials="8" lastIdx="0" clrIdx="5152"/>
  <p:cmAuthor id="5154" name="12116" initials="1" lastIdx="0" clrIdx="5153"/>
  <p:cmAuthor id="5155" name="王海英" initials="U" lastIdx="0" clrIdx="5154"/>
  <p:cmAuthor id="5156" name="秦楠" initials="秦" lastIdx="0" clrIdx="5155"/>
  <p:cmAuthor id="5157" name="chenxiaoyan" initials="c" lastIdx="0" clrIdx="5156"/>
  <p:cmAuthor id="5158" name="林立杰" initials="ZX" lastIdx="0" clrIdx="5157"/>
  <p:cmAuthor id="5159" name="liulg30" initials="l" lastIdx="0" clrIdx="5158"/>
  <p:cmAuthor id="5160" name="DMJ" initials="D" lastIdx="0" clrIdx="5159"/>
  <p:cmAuthor id="5161" name="联通" initials="联" lastIdx="0" clrIdx="5160"/>
  <p:cmAuthor id="5162" name="孟林静" initials="a" lastIdx="0" clrIdx="5161"/>
  <p:cmAuthor id="5163" name="徐睿" initials="j" lastIdx="0" clrIdx="5162"/>
  <p:cmAuthor id="5164" name="10210843" initials="1" lastIdx="0" clrIdx="5163"/>
  <p:cmAuthor id="5165" name="胡俊燕" initials="胡" lastIdx="0" clrIdx="5164"/>
  <p:cmAuthor id="5166" name="罗梁" initials="罗梁" lastIdx="0" clrIdx="5165"/>
  <p:cmAuthor id="5167" name="zhira" initials="z" lastIdx="0" clrIdx="5166"/>
  <p:cmAuthor id="5168" name="10024885" initials="1" lastIdx="0" clrIdx="5167"/>
  <p:cmAuthor id="5169" name="赵兴华" initials="赵" lastIdx="0" clrIdx="5168"/>
  <p:cmAuthor id="5170" name="雪贤 宋" initials="雪贤" lastIdx="0" clrIdx="5169"/>
  <p:cmAuthor id="5171" name="......" initials="." lastIdx="0" clrIdx="5170"/>
  <p:cmAuthor id="5172" name="张晓艳" initials="" lastIdx="0" clrIdx="5171"/>
  <p:cmAuthor id="5173" name="焦蕾稚" initials="焦" lastIdx="0" clrIdx="5172"/>
  <p:cmAuthor id="5174" name="马睿智" initials="马" lastIdx="0" clrIdx="5173"/>
  <p:cmAuthor id="5175" name="未知用户105" initials="未知用户105" lastIdx="0" clrIdx="5174"/>
  <p:cmAuthor id="5176" name="卢伟荣" initials="卢" lastIdx="0" clrIdx="5175"/>
  <p:cmAuthor id="5177" name="柴勇杰" initials="柴" lastIdx="0" clrIdx="5176"/>
  <p:cmAuthor id="5178" name="杨利利" initials="杨" lastIdx="0" clrIdx="5177"/>
  <p:cmAuthor id="5179" name="15608414828@wo.com.cn" initials="1" lastIdx="0" clrIdx="5178"/>
  <p:cmAuthor id="5180" name="bafeng" initials="b" lastIdx="0" clrIdx="5179"/>
  <p:cmAuthor id="5181" name="曹林" initials="曹" lastIdx="0" clrIdx="5180"/>
  <p:cmAuthor id="5182" name="一1381487801" initials="一" lastIdx="0" clrIdx="5181"/>
  <p:cmAuthor id="5183" name="sj" initials="s" lastIdx="0" clrIdx="5182"/>
  <p:cmAuthor id="5184" name="liwj506" initials="l" lastIdx="0" clrIdx="5183"/>
  <p:cmAuthor id="5185" name="hangln3" initials="h" lastIdx="0" clrIdx="5184"/>
  <p:cmAuthor id="5186" name="陶玲玲" initials="陶" lastIdx="0" clrIdx="5185"/>
  <p:cmAuthor id="5187" name="黄 晓贤" initials="黄" lastIdx="0" clrIdx="5186"/>
  <p:cmAuthor id="5188" name="WK" initials="W" lastIdx="0" clrIdx="5187"/>
  <p:cmAuthor id="5189" name="yanhan" initials="y" lastIdx="0" clrIdx="5188"/>
  <p:cmAuthor id="5190" name="ZM" initials="Z" lastIdx="0" clrIdx="5189"/>
  <p:cmAuthor id="5191" name="A.six" initials="A" lastIdx="0" clrIdx="5190"/>
  <p:cmAuthor id="5192" name="10247586" initials="Nikodemus" lastIdx="0" clrIdx="5191"/>
  <p:cmAuthor id="5193" name="Sixteen" initials="S" lastIdx="0" clrIdx="5192"/>
  <p:cmAuthor id="5194" name="简单1401026546" initials="简" lastIdx="0" clrIdx="5193"/>
  <p:cmAuthor id="5195" name="WPS_1474700236" initials="W" lastIdx="0" clrIdx="5194"/>
  <p:cmAuthor id="5196" name="隔壁老张" initials="隔" lastIdx="0" clrIdx="5195"/>
  <p:cmAuthor id="5197" name="小双" initials="小" lastIdx="0" clrIdx="5196"/>
  <p:cmAuthor id="5198" name="WPS_1691732569" initials="W" lastIdx="0" clrIdx="5197"/>
  <p:cmAuthor id="5199" name="朱雪松" initials="朱" lastIdx="0" clrIdx="5198"/>
  <p:cmAuthor id="5200" name="谷子" initials="谷" lastIdx="0" clrIdx="5199"/>
  <p:cmAuthor id="5201" name="丁利文" initials="丁" lastIdx="0" clrIdx="5200"/>
  <p:cmAuthor id="5202" name="王大力" initials="王" lastIdx="0" clrIdx="5201"/>
  <p:cmAuthor id="5203" name="ZUJI CHEN" initials="ZC" lastIdx="0" clrIdx="5202"/>
  <p:cmAuthor id="5204" name="Gusto" initials="G" lastIdx="0" clrIdx="5203"/>
  <p:cmAuthor id="5205" name="吴萍pingwu2" initials="吴" lastIdx="0" clrIdx="5204"/>
  <p:cmAuthor id="5206" name="班主任" initials="班" lastIdx="0" clrIdx="5205"/>
  <p:cmAuthor id="5207" name="蒋芳" initials="蒋" lastIdx="0" clrIdx="5206"/>
  <p:cmAuthor id="5208" name="阿星" initials="阿" lastIdx="0" clrIdx="5207"/>
  <p:cmAuthor id="5209" name="付莉莉" initials="付" lastIdx="0" clrIdx="5208"/>
  <p:cmAuthor id="5210" name="媛媛" initials="媛" lastIdx="0" clrIdx="5209"/>
  <p:cmAuthor id="5211" name="吴铭轩" initials="吴" lastIdx="0" clrIdx="5210"/>
  <p:cmAuthor id="5212" name="呵呵先生" initials="呵" lastIdx="0" clrIdx="5211"/>
  <p:cmAuthor id="5213" name="进步青年" initials="进" lastIdx="0" clrIdx="5212"/>
  <p:cmAuthor id="5214" name="魏建伟" initials="魏" lastIdx="0" clrIdx="5213"/>
  <p:cmAuthor id="5215" name="颜敏" initials="颜" lastIdx="0" clrIdx="5214"/>
  <p:cmAuthor id="5216" name="用户1" initials="用" lastIdx="0" clrIdx="5215"/>
  <p:cmAuthor id="5217" name="Sylvia-" initials="S" lastIdx="0" clrIdx="5216"/>
  <p:cmAuthor id="5218" name="冷暖自知" initials="冷" lastIdx="0" clrIdx="5217"/>
  <p:cmAuthor id="5219" name="张迪" initials="张" lastIdx="0" clrIdx="5218"/>
  <p:cmAuthor id="5220" name="xzpang2" initials="x" lastIdx="0" clrIdx="5219"/>
  <p:cmAuthor id="5221" name="高胖欧巴" initials="高" lastIdx="0" clrIdx="5220"/>
  <p:cmAuthor id="5222" name="刘国飞" initials="刘" lastIdx="0" clrIdx="5221"/>
  <p:cmAuthor id="5223" name="WPS_1700447020" initials="W" lastIdx="0" clrIdx="5222"/>
  <p:cmAuthor id="5224" name="何小利" initials="何" lastIdx="0" clrIdx="5223"/>
  <p:cmAuthor id="5225" name="LCG" initials="L" lastIdx="0" clrIdx="5224"/>
  <p:cmAuthor id="5226" name="冯天宇" initials="冯" lastIdx="0" clrIdx="5225"/>
  <p:cmAuthor id="5227" name="U" initials="U" lastIdx="0" clrIdx="5226"/>
  <p:cmAuthor id="5228" name="xiechangda" initials="x" lastIdx="0" clrIdx="5227"/>
  <p:cmAuthor id="5229" name="陈睿彦" initials="陈" lastIdx="0" clrIdx="5228"/>
  <p:cmAuthor id="5230" name="唐存艳" initials="唐" lastIdx="0" clrIdx="5229"/>
  <p:cmAuthor id="5231" name="wangsiqi" initials="w" lastIdx="0" clrIdx="5230"/>
  <p:cmAuthor id="5232" name="szunicom" initials="s" lastIdx="0" clrIdx="5231"/>
  <p:cmAuthor id="5233" name="Wang, Justin" initials="WJ" lastIdx="0" clrIdx="5232"/>
  <p:cmAuthor id="5234" name="王 旭波" initials="王" lastIdx="0" clrIdx="5233"/>
  <p:cmAuthor id="5235" name="周莹" initials="周" lastIdx="0" clrIdx="5234"/>
  <p:cmAuthor id="5236" name="15007" initials="1" lastIdx="0" clrIdx="5235"/>
  <p:cmAuthor id="5237" name="- Ming" initials="M" lastIdx="0" clrIdx="5236"/>
  <p:cmAuthor id="5238" name="陈旭" initials="陈" lastIdx="0" clrIdx="5237"/>
  <p:cmAuthor id="5239" name="QiaoJie" initials="Q" lastIdx="0" clrIdx="5238"/>
  <p:cmAuthor id="5240" name="xiang" initials="x" lastIdx="0" clrIdx="5239"/>
  <p:cmAuthor id="5241" name="刘 水清" initials="刘" lastIdx="0" clrIdx="5240"/>
  <p:cmAuthor id="5242" name="陈俊豪" initials="陈" lastIdx="0" clrIdx="5241"/>
  <p:cmAuthor id="5243" name="颖妍 周" initials="颖周" lastIdx="0" clrIdx="5242"/>
  <p:cmAuthor id="5244" name="刘欢_jAVbVJBB" initials="authorId_372610297" lastIdx="0" clrIdx="5243"/>
  <p:cmAuthor id="5245" name="zcc" initials="z" lastIdx="0" clrIdx="5244"/>
  <p:cmAuthor id="5246" name="刘信" initials="刘" lastIdx="0" clrIdx="5245"/>
  <p:cmAuthor id="5247" name="16407" initials="1" lastIdx="0" clrIdx="5246"/>
  <p:cmAuthor id="5248" name="wugang" initials="w" lastIdx="0" clrIdx="5247"/>
  <p:cmAuthor id="5249" name="崔莹" initials="崔" lastIdx="0" clrIdx="5248"/>
  <p:cmAuthor id="5250" name="韩旭" initials="韩" lastIdx="0" clrIdx="5249"/>
  <p:cmAuthor id="5251" name="896948003@qq.com" initials="8" lastIdx="0" clrIdx="5250"/>
  <p:cmAuthor id="5252" name="guochengyu" initials="g" lastIdx="0" clrIdx="5251"/>
  <p:cmAuthor id="5253" name="孟祥超" initials="孟" lastIdx="0" clrIdx="5252"/>
  <p:cmAuthor id="5254" name="刘广艳" initials="刘" lastIdx="0" clrIdx="5253"/>
  <p:cmAuthor id="5255" name="邹积逊" initials="邹" lastIdx="0" clrIdx="5254"/>
  <p:cmAuthor id="5256" name="杜雪梅" initials="杜" lastIdx="0" clrIdx="5255"/>
  <p:cmAuthor id="5257" name="jianing" initials="j" lastIdx="0" clrIdx="5256"/>
  <p:cmAuthor id="5258" name="雷刚" initials="雷刚" lastIdx="0" clrIdx="5257"/>
  <p:cmAuthor id="5259" name="andres.x.gomez" initials="a" lastIdx="0" clrIdx="5258"/>
  <p:cmAuthor id="5260" name="jl liu" initials="j" lastIdx="0" clrIdx="5259"/>
  <p:cmAuthor id="5261" name="陈桂枝" initials="陈" lastIdx="0" clrIdx="5260"/>
  <p:cmAuthor id="5262" name="刘传坤" initials="刘" lastIdx="0" clrIdx="526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FFFFFF"/>
    <a:srgbClr val="80808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5" autoAdjust="0"/>
    <p:restoredTop sz="95709"/>
  </p:normalViewPr>
  <p:slideViewPr>
    <p:cSldViewPr snapToGrid="0" showGuides="1">
      <p:cViewPr varScale="1">
        <p:scale>
          <a:sx n="165" d="100"/>
          <a:sy n="165" d="100"/>
        </p:scale>
        <p:origin x="464" y="200"/>
      </p:cViewPr>
      <p:guideLst>
        <p:guide orient="horz" pos="2054"/>
        <p:guide pos="403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55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在高端装备设计环节，设计师需要耗费大量时间完成图纸绘制和审核，为此，辅助设计智能</a:t>
            </a:r>
            <a:r>
              <a:rPr lang="zh-CN" altLang="en-US" dirty="0"/>
              <a:t>体提供专业的结构翻模和</a:t>
            </a:r>
            <a:r>
              <a:rPr lang="en-US" altLang="zh-CN" dirty="0"/>
              <a:t>EID</a:t>
            </a:r>
            <a:r>
              <a:rPr lang="zh-CN" altLang="en-US" dirty="0"/>
              <a:t>智图产品方案，能够实现2</a:t>
            </a:r>
            <a:r>
              <a:rPr lang="en-US" altLang="zh-CN" dirty="0"/>
              <a:t>D</a:t>
            </a:r>
            <a:r>
              <a:rPr lang="zh-CN" altLang="en-US" dirty="0"/>
              <a:t>图纸和3</a:t>
            </a:r>
            <a:r>
              <a:rPr lang="en-US" altLang="zh-CN" dirty="0"/>
              <a:t>D</a:t>
            </a:r>
            <a:r>
              <a:rPr lang="zh-CN" altLang="en-US" dirty="0"/>
              <a:t>模型自动绘制和生成，已经在船舶设计头部企业中船海舟、中船604所落地应用。其过程是将已有的2</a:t>
            </a:r>
            <a:r>
              <a:rPr lang="en-US" altLang="zh-CN" dirty="0"/>
              <a:t>D</a:t>
            </a:r>
            <a:r>
              <a:rPr lang="zh-CN" altLang="en-US" dirty="0"/>
              <a:t>设计图纸作为输入，先通过元景多模态、视觉大模型进行参数和设计要素识别，再输入专业造船软件重新构建全船精确的3</a:t>
            </a:r>
            <a:r>
              <a:rPr lang="en-US" altLang="zh-CN" dirty="0"/>
              <a:t>D</a:t>
            </a:r>
            <a:r>
              <a:rPr lang="zh-CN" altLang="en-US" dirty="0"/>
              <a:t>数字模型，精确还原船体结构等所有要素的空间位置与几何关系，节省40%设计人力，效率提升30%，推动全流程数字化，实现降本增效。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万悟装备运维智能体，依托多模态</a:t>
            </a:r>
            <a:r>
              <a:rPr lang="en-US" altLang="zh-CN" dirty="0"/>
              <a:t>RAG</a:t>
            </a:r>
            <a:r>
              <a:rPr lang="zh-CN" altLang="en-US" dirty="0"/>
              <a:t>技术，为工业设备故障提供从识别、分析到方案生成的全链路支撑，实现运维全流程闭环，解决企业运维效率低、经验难沉淀、人才缺口大的痛点。包含三大核心能力：故障诊断提速80%、根因分析精准定位、技术手册快速检索，还具备学得快、想得快、信得过、答得准四大优势。目前已在商飞民机、智己汽车、电气风电等行业落地，大幅提升设备运维效率与可靠性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/>
              <a:t>接下来，我给大家介绍文教智能体整体</a:t>
            </a:r>
            <a:r>
              <a:rPr lang="zh-CN" altLang="en-US" dirty="0"/>
              <a:t>架构。</a:t>
            </a:r>
            <a:endParaRPr lang="zh-CN" altLang="en-US" dirty="0"/>
          </a:p>
          <a:p>
            <a:r>
              <a:rPr lang="zh-CN" altLang="en-US" dirty="0"/>
              <a:t>整个方案从上到下分为五层，层层递进，解决从展示到落地的所有环节：</a:t>
            </a:r>
            <a:endParaRPr lang="zh-CN" altLang="en-US" dirty="0"/>
          </a:p>
          <a:p>
            <a:r>
              <a:rPr lang="zh-CN" altLang="en-US" dirty="0"/>
              <a:t>最上层是统一展现层：通过提供一个统一、便捷的入口，和校园里现有的平台无缝打通</a:t>
            </a:r>
            <a:endParaRPr lang="zh-CN" altLang="en-US" dirty="0"/>
          </a:p>
          <a:p>
            <a:r>
              <a:rPr lang="zh-CN" altLang="en-US" dirty="0"/>
              <a:t>核心的教学应用层：围绕 “教、学、管、研、训” 五大场景，打造了三大产品矩阵：</a:t>
            </a:r>
            <a:endParaRPr lang="zh-CN" altLang="en-US" dirty="0"/>
          </a:p>
          <a:p>
            <a:r>
              <a:rPr lang="en-US" altLang="zh-CN" dirty="0"/>
              <a:t>AI For Student（</a:t>
            </a:r>
            <a:r>
              <a:rPr lang="zh-CN" altLang="en-US" dirty="0"/>
              <a:t>智学）：给学生的学习助手、给老师的教学助手。</a:t>
            </a:r>
            <a:endParaRPr lang="zh-CN" altLang="en-US" dirty="0"/>
          </a:p>
          <a:p>
            <a:r>
              <a:rPr lang="en-US" altLang="zh-CN" dirty="0"/>
              <a:t>AI For School（</a:t>
            </a:r>
            <a:r>
              <a:rPr lang="zh-CN" altLang="en-US" dirty="0"/>
              <a:t>智管）：公文助手、校务助手，帮学校和老师减负增效。</a:t>
            </a:r>
            <a:endParaRPr lang="zh-CN" altLang="en-US" dirty="0"/>
          </a:p>
          <a:p>
            <a:r>
              <a:rPr lang="en-US" altLang="zh-CN" dirty="0"/>
              <a:t>AI For Science（</a:t>
            </a:r>
            <a:r>
              <a:rPr lang="zh-CN" altLang="en-US" dirty="0"/>
              <a:t>智研）：论文助手、学科交叉分析，给科研和跨学科研究提供 </a:t>
            </a:r>
            <a:r>
              <a:rPr lang="en-US" altLang="zh-CN" dirty="0"/>
              <a:t>AI </a:t>
            </a:r>
            <a:r>
              <a:rPr lang="zh-CN" altLang="en-US" dirty="0"/>
              <a:t>支持。</a:t>
            </a:r>
            <a:endParaRPr lang="zh-CN" altLang="en-US" dirty="0"/>
          </a:p>
          <a:p>
            <a:r>
              <a:rPr lang="zh-CN" altLang="en-US" dirty="0"/>
              <a:t>再加上我们的智训实训平台，提供 </a:t>
            </a:r>
            <a:r>
              <a:rPr lang="en-US" altLang="zh-CN" dirty="0"/>
              <a:t>AI </a:t>
            </a:r>
            <a:r>
              <a:rPr lang="zh-CN" altLang="en-US" dirty="0"/>
              <a:t>通识教育、算力运维、</a:t>
            </a:r>
            <a:r>
              <a:rPr lang="en-US" altLang="zh-CN" dirty="0"/>
              <a:t>AIGC </a:t>
            </a:r>
            <a:r>
              <a:rPr lang="zh-CN" altLang="en-US" dirty="0"/>
              <a:t>工程师等实训项目，让学生从理论到实战全链路练手。</a:t>
            </a:r>
            <a:endParaRPr lang="zh-CN" altLang="en-US" dirty="0"/>
          </a:p>
          <a:p>
            <a:r>
              <a:rPr lang="zh-CN" altLang="en-US" dirty="0"/>
              <a:t>往下是标准开发层：我们提供了一站式、零代码的 </a:t>
            </a:r>
            <a:r>
              <a:rPr lang="en-US" altLang="zh-CN" dirty="0"/>
              <a:t>AI </a:t>
            </a:r>
            <a:r>
              <a:rPr lang="zh-CN" altLang="en-US" dirty="0"/>
              <a:t>开发平台，包括 “选 - 改 - 用” 工具链，</a:t>
            </a:r>
            <a:endParaRPr lang="zh-CN" altLang="en-US" dirty="0"/>
          </a:p>
          <a:p>
            <a:r>
              <a:rPr lang="zh-CN" altLang="en-US" dirty="0"/>
              <a:t>再往下是资源整合层：包括万象数据集工程、教育高质量数据集、40 + 行业模型，还有 “多模共生” 元景模型家族，覆盖语言、视觉、语音等全模态大模型。</a:t>
            </a:r>
            <a:endParaRPr lang="zh-CN" altLang="en-US" dirty="0"/>
          </a:p>
          <a:p>
            <a:r>
              <a:rPr lang="zh-CN" altLang="en-US" dirty="0"/>
              <a:t>最底层是算力底座</a:t>
            </a:r>
            <a:endParaRPr lang="zh-CN" altLang="en-US" dirty="0"/>
          </a:p>
        </p:txBody>
      </p:sp>
      <p:sp>
        <p:nvSpPr>
          <p:cNvPr id="104875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实训平台围绕教育部人工智能行动试点要求，打造了从课程、平台到教室的一体化实训服务，帮学校培养 </a:t>
            </a:r>
            <a:r>
              <a:rPr lang="en-US" altLang="zh-CN"/>
              <a:t>AI </a:t>
            </a:r>
            <a:r>
              <a:rPr lang="zh-CN" altLang="en-US"/>
              <a:t>实用型人才。</a:t>
            </a:r>
            <a:endParaRPr lang="zh-CN" altLang="en-US"/>
          </a:p>
          <a:p>
            <a:r>
              <a:rPr lang="zh-CN" altLang="en-US"/>
              <a:t>核心服务：课程 + 平台 + 教室，三位一体</a:t>
            </a:r>
            <a:endParaRPr lang="zh-CN" altLang="en-US"/>
          </a:p>
          <a:p>
            <a:r>
              <a:rPr lang="zh-CN" altLang="en-US"/>
              <a:t>打造了五大类核心实训课程：从 </a:t>
            </a:r>
            <a:r>
              <a:rPr lang="en-US" altLang="zh-CN"/>
              <a:t>AI </a:t>
            </a:r>
            <a:r>
              <a:rPr lang="zh-CN" altLang="en-US"/>
              <a:t>通识、算力集群运维、</a:t>
            </a:r>
            <a:r>
              <a:rPr lang="en-US" altLang="zh-CN"/>
              <a:t>AIGC </a:t>
            </a:r>
            <a:r>
              <a:rPr lang="zh-CN" altLang="en-US"/>
              <a:t>应用开发，到具身智能实训，还能根据学校的专业特色，定制 跨学科课程，覆盖从基础到行业应用的全场景。</a:t>
            </a:r>
            <a:endParaRPr lang="zh-CN" altLang="en-US"/>
          </a:p>
          <a:p>
            <a:r>
              <a:rPr lang="zh-CN" altLang="en-US"/>
              <a:t>实训平台包含四大核心模块：实验开发、课程制作、教学测试管理和学习实训，既能帮老师高效完成备课、教学管理，也能让学生在线完成实验、测试和项目实操，实现教学全流程线上闭环。</a:t>
            </a:r>
            <a:endParaRPr lang="zh-CN" altLang="en-US"/>
          </a:p>
          <a:p>
            <a:r>
              <a:rPr lang="zh-CN" altLang="en-US"/>
              <a:t>提供实训教室的整体设计与教学辅助设备部署，从软件平台到硬件环境一站式交付，快速搭建标准化 </a:t>
            </a:r>
            <a:r>
              <a:rPr lang="en-US" altLang="zh-CN"/>
              <a:t>AI </a:t>
            </a:r>
            <a:r>
              <a:rPr lang="zh-CN" altLang="en-US"/>
              <a:t>实训空间。</a:t>
            </a:r>
            <a:endParaRPr lang="zh-CN" altLang="en-US"/>
          </a:p>
          <a:p>
            <a:r>
              <a:rPr lang="zh-CN" altLang="en-US"/>
              <a:t>整个平台的底层，依托联通的两大底座：</a:t>
            </a:r>
            <a:endParaRPr lang="zh-CN" altLang="en-US"/>
          </a:p>
          <a:p>
            <a:r>
              <a:rPr lang="zh-CN" altLang="en-US"/>
              <a:t>模型底座：有 “多模共生” 元景模型家族、普惠速成 </a:t>
            </a:r>
            <a:r>
              <a:rPr lang="en-US" altLang="zh-CN"/>
              <a:t>MaaS </a:t>
            </a:r>
            <a:r>
              <a:rPr lang="zh-CN" altLang="en-US"/>
              <a:t>平台和教育学科大模型，为实训提供稳定的 </a:t>
            </a:r>
            <a:r>
              <a:rPr lang="en-US" altLang="zh-CN"/>
              <a:t>AI </a:t>
            </a:r>
            <a:r>
              <a:rPr lang="zh-CN" altLang="en-US"/>
              <a:t>能力支撑。</a:t>
            </a:r>
            <a:endParaRPr lang="zh-CN" altLang="en-US"/>
          </a:p>
          <a:p>
            <a:r>
              <a:rPr lang="zh-CN" altLang="en-US"/>
              <a:t>算力底座满足不同学校的算力需求。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我给大家快速介绍一下南昌大学人工智能教学实训平台，核心就是解决高校 </a:t>
            </a:r>
            <a:r>
              <a:rPr lang="en-US" altLang="zh-CN"/>
              <a:t>AI </a:t>
            </a:r>
            <a:r>
              <a:rPr lang="zh-CN" altLang="en-US"/>
              <a:t>教学里 “学用脱节、环节不畅” 的老问题，帮全校师生提升 </a:t>
            </a:r>
            <a:r>
              <a:rPr lang="en-US" altLang="zh-CN"/>
              <a:t>AI </a:t>
            </a:r>
            <a:r>
              <a:rPr lang="zh-CN" altLang="en-US"/>
              <a:t>素养。</a:t>
            </a:r>
            <a:endParaRPr lang="zh-CN" altLang="en-US"/>
          </a:p>
          <a:p>
            <a:r>
              <a:rPr lang="zh-CN" altLang="en-US"/>
              <a:t>简单说就是 “平台 + 课程” 双管齐下，我们依托联通元景 </a:t>
            </a:r>
            <a:r>
              <a:rPr lang="en-US" altLang="zh-CN"/>
              <a:t>MaaS </a:t>
            </a:r>
            <a:r>
              <a:rPr lang="zh-CN" altLang="en-US"/>
              <a:t>平台和联通云算力，把产业里真实的 </a:t>
            </a:r>
            <a:r>
              <a:rPr lang="en-US" altLang="zh-CN"/>
              <a:t>AI </a:t>
            </a:r>
            <a:r>
              <a:rPr lang="zh-CN" altLang="en-US"/>
              <a:t>案例搬进校园，给南昌大学做了一整套实训平台和课程服务。平台上，实验开发、课程制作、教学测试、学习实训这些模块全都配齐了，支持主流的 </a:t>
            </a:r>
            <a:r>
              <a:rPr lang="en-US" altLang="zh-CN"/>
              <a:t>AI </a:t>
            </a:r>
            <a:r>
              <a:rPr lang="zh-CN" altLang="en-US"/>
              <a:t>实训环境，老师搭场景、学生练实操都很方便。课程这边，目前已经落地了 3 门 </a:t>
            </a:r>
            <a:r>
              <a:rPr lang="en-US" altLang="zh-CN"/>
              <a:t>AI </a:t>
            </a:r>
            <a:r>
              <a:rPr lang="zh-CN" altLang="en-US"/>
              <a:t>通识课，</a:t>
            </a:r>
            <a:r>
              <a:rPr lang="en-US" altLang="zh-CN"/>
              <a:t>AI + </a:t>
            </a:r>
            <a:r>
              <a:rPr lang="zh-CN" altLang="en-US"/>
              <a:t>艺术这些特色课也在开发中，从基础到跨学科都覆盖到了。</a:t>
            </a:r>
            <a:endParaRPr lang="zh-CN" altLang="en-US"/>
          </a:p>
          <a:p>
            <a:r>
              <a:rPr lang="zh-CN" altLang="en-US"/>
              <a:t>平台</a:t>
            </a:r>
            <a:r>
              <a:rPr lang="zh-CN" altLang="en-US"/>
              <a:t>亮点：</a:t>
            </a:r>
            <a:endParaRPr lang="zh-CN" altLang="en-US"/>
          </a:p>
          <a:p>
            <a:r>
              <a:rPr lang="zh-CN" altLang="en-US"/>
              <a:t>第一，理实一体，效率拉满。平台把课程、作业、实验全打通了，一站式搞定，学生学完理论马上就能动手练，学习效率直接提升 60%，再也不用愁 “学了不会用”。</a:t>
            </a:r>
            <a:endParaRPr lang="zh-CN" altLang="en-US"/>
          </a:p>
          <a:p>
            <a:r>
              <a:rPr lang="zh-CN" altLang="en-US"/>
              <a:t>第二，跟着产业需求走，帮专业升级。我们是按 “岗位 - 能力 - 课程” 的逻辑设计的，把行业真实需求揉进课程里，让教的内容更贴合企业需要，助力学校的 </a:t>
            </a:r>
            <a:r>
              <a:rPr lang="en-US" altLang="zh-CN"/>
              <a:t>AI </a:t>
            </a:r>
            <a:r>
              <a:rPr lang="zh-CN" altLang="en-US"/>
              <a:t>相关专业持续优化。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文博文创智能体平台</a:t>
            </a:r>
            <a:r>
              <a:rPr lang="zh-CN" altLang="en-US" dirty="0"/>
              <a:t>以知识图谱 + 大语言模型的深度融合为技术底座，打通了从数据资源、知识构建、知识融合到智能体服务的完整链路，贯穿文博领域的知识生产、知识融合、知识服务三层核心业务。</a:t>
            </a:r>
            <a:endParaRPr lang="zh-CN" altLang="en-US" dirty="0"/>
          </a:p>
          <a:p>
            <a:r>
              <a:rPr lang="zh-CN" altLang="en-US" dirty="0"/>
              <a:t>架构分为四层：</a:t>
            </a:r>
            <a:endParaRPr lang="zh-CN" altLang="en-US" dirty="0"/>
          </a:p>
          <a:p>
            <a:r>
              <a:rPr lang="zh-CN" altLang="en-US" dirty="0"/>
              <a:t>数据资源层：通过多模态采集治理技术，把馆藏、文献、影像、文创等各类文化资源，转化为可被 </a:t>
            </a:r>
            <a:r>
              <a:rPr lang="en-US" altLang="zh-CN" dirty="0"/>
              <a:t>AI </a:t>
            </a:r>
            <a:r>
              <a:rPr lang="zh-CN" altLang="en-US" dirty="0"/>
              <a:t>理解的高质量数据；</a:t>
            </a:r>
            <a:endParaRPr lang="zh-CN" altLang="en-US" dirty="0"/>
          </a:p>
          <a:p>
            <a:r>
              <a:rPr lang="zh-CN" altLang="en-US" dirty="0"/>
              <a:t>知识构建层：利用大模型完成实体、关系、事件的智能抽取，为后续的知识建模打下基础；</a:t>
            </a:r>
            <a:endParaRPr lang="zh-CN" altLang="en-US" dirty="0"/>
          </a:p>
          <a:p>
            <a:r>
              <a:rPr lang="zh-CN" altLang="en-US" dirty="0"/>
              <a:t>知识融合层：通过建模、清洗、映射、关联等环节，构建起文物知识图谱，实现从数据到知识的转化；</a:t>
            </a:r>
            <a:endParaRPr lang="zh-CN" altLang="en-US" dirty="0"/>
          </a:p>
          <a:p>
            <a:r>
              <a:rPr lang="zh-CN" altLang="en-US" dirty="0"/>
              <a:t>智能体服务层：面向 </a:t>
            </a:r>
            <a:r>
              <a:rPr lang="en-US" altLang="zh-CN" dirty="0"/>
              <a:t>C </a:t>
            </a:r>
            <a:r>
              <a:rPr lang="zh-CN" altLang="en-US" dirty="0"/>
              <a:t>端游客，提供智慧伴游、目的地服务等；面向 </a:t>
            </a:r>
            <a:r>
              <a:rPr lang="en-US" altLang="zh-CN" dirty="0"/>
              <a:t>B </a:t>
            </a:r>
            <a:r>
              <a:rPr lang="zh-CN" altLang="en-US" dirty="0"/>
              <a:t>端文博机构，提供</a:t>
            </a:r>
            <a:r>
              <a:rPr lang="zh-CN" altLang="en-US" dirty="0">
                <a:sym typeface="+mn-ea"/>
              </a:rPr>
              <a:t>文创开发、</a:t>
            </a:r>
            <a:r>
              <a:rPr lang="zh-CN" altLang="en-US" dirty="0"/>
              <a:t>运营辅助</a:t>
            </a:r>
            <a:r>
              <a:rPr lang="zh-CN" altLang="en-US" dirty="0"/>
              <a:t>等。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4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接下来为大家介绍文博导览智能体，游客端的</a:t>
            </a:r>
            <a:r>
              <a:rPr lang="zh-CN" altLang="en-US" dirty="0"/>
              <a:t>功能。</a:t>
            </a:r>
            <a:endParaRPr lang="zh-CN" altLang="en-US" dirty="0"/>
          </a:p>
          <a:p>
            <a:r>
              <a:rPr lang="zh-CN" altLang="en-US" dirty="0"/>
              <a:t>文博</a:t>
            </a:r>
            <a:r>
              <a:rPr lang="zh-CN" altLang="en-US" dirty="0"/>
              <a:t>导览把传统的 “被动听讲解”，升级成了主动探索、趣味互动的全新游览体验。</a:t>
            </a:r>
            <a:endParaRPr lang="zh-CN" altLang="en-US" dirty="0"/>
          </a:p>
          <a:p>
            <a:r>
              <a:rPr lang="zh-CN" altLang="en-US" dirty="0"/>
              <a:t>可以看到，从进入场馆开始提供导览路线、文物推荐；逛展时，拍照就能识别文物，自动生成讲解词；同时还设计了主题打卡、</a:t>
            </a:r>
            <a:r>
              <a:rPr lang="en-US" altLang="zh-CN" dirty="0"/>
              <a:t>AI </a:t>
            </a:r>
            <a:r>
              <a:rPr lang="zh-CN" altLang="en-US" dirty="0"/>
              <a:t>换装、</a:t>
            </a:r>
            <a:r>
              <a:rPr lang="en-US" altLang="zh-CN" dirty="0"/>
              <a:t>AIGC </a:t>
            </a:r>
            <a:r>
              <a:rPr lang="zh-CN" altLang="en-US" dirty="0"/>
              <a:t>游记生成，以及数字人智能客服等功能，把知识性、互动性和传播性结合起来，让游客在轻松有趣的过程中，深度理解文物背后的故事与文化价值。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4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文博导览智能体，面向运营人员实现了三大场景</a:t>
            </a:r>
            <a:r>
              <a:rPr lang="zh-CN" altLang="en-US" dirty="0"/>
              <a:t>功能。</a:t>
            </a:r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讲解词智能生成，基于文物知识库自动生成专业讲解词，同时支持人工修改，兼顾效率与内容准确性。</a:t>
            </a:r>
            <a:endParaRPr lang="zh-CN" altLang="en-US" dirty="0"/>
          </a:p>
          <a:p>
            <a:r>
              <a:rPr lang="en-US" altLang="zh-CN" dirty="0"/>
              <a:t>2. </a:t>
            </a:r>
            <a:r>
              <a:rPr lang="zh-CN" altLang="en-US" dirty="0"/>
              <a:t>智能路线与内容策划：自动推荐相关文物、规划主题打卡路线，降低策展与运营的门槛。</a:t>
            </a:r>
            <a:endParaRPr lang="zh-CN" altLang="en-US" dirty="0"/>
          </a:p>
          <a:p>
            <a:r>
              <a:rPr lang="en-US" altLang="zh-CN" dirty="0"/>
              <a:t>3. </a:t>
            </a:r>
            <a:r>
              <a:rPr lang="zh-CN" altLang="en-US" dirty="0"/>
              <a:t>内容动态维护与实时更新：支持对文物信息、运营数据、问答知识库的集中管理和实时更新，让服务响应更精准高效。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5" name="标题 4"/>
          <p:cNvSpPr/>
          <p:nvPr userDrawn="1"/>
        </p:nvSpPr>
        <p:spPr>
          <a:xfrm>
            <a:off x="0" y="635"/>
            <a:ext cx="1167130" cy="84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indent="0" algn="ctr" defTabSz="0">
              <a:tabLst>
                <a:tab pos="0" algn="l"/>
              </a:tabLst>
            </a:pP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 flipH="1">
            <a:off x="130175" y="50165"/>
            <a:ext cx="0" cy="79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5080" y="48740"/>
            <a:ext cx="99695" cy="79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40440" y="6432550"/>
            <a:ext cx="792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8" name="图片 7" descr="彩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22360" y="83820"/>
            <a:ext cx="3315970" cy="7740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749238-744B-4A6D-BE8A-069B43DB9C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sp>
        <p:nvSpPr>
          <p:cNvPr id="5" name="标题 4"/>
          <p:cNvSpPr/>
          <p:nvPr userDrawn="1"/>
        </p:nvSpPr>
        <p:spPr>
          <a:xfrm>
            <a:off x="0" y="635"/>
            <a:ext cx="1167130" cy="84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indent="0" algn="ctr" defTabSz="0">
              <a:tabLst>
                <a:tab pos="0" algn="l"/>
              </a:tabLst>
            </a:pPr>
            <a:endParaRPr lang="zh-CN" altLang="en-US" sz="2000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 flipH="1">
            <a:off x="130175" y="50165"/>
            <a:ext cx="0" cy="790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5080" y="48740"/>
            <a:ext cx="99695" cy="79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40440" y="6432550"/>
            <a:ext cx="7924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3" name="图片 2" descr="彩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22360" y="83820"/>
            <a:ext cx="3315970" cy="7740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749238-744B-4A6D-BE8A-069B43DB9C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0628630" y="6551930"/>
            <a:ext cx="1382395" cy="306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346075" y="188913"/>
            <a:ext cx="11568113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 bwMode="auto">
          <a:xfrm>
            <a:off x="623888" y="981075"/>
            <a:ext cx="109442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0628630" y="6551930"/>
            <a:ext cx="1382395" cy="3060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ransition>
    <p:fade/>
  </p:transition>
  <p:hf hdr="0" ftr="0" dt="0"/>
  <p:txStyles>
    <p:titleStyle>
      <a:lvl1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黑体" panose="02010609060101010101" charset="-122"/>
        </a:defRPr>
      </a:lvl9pPr>
    </p:titleStyle>
    <p:bodyStyle>
      <a:lvl1pPr marL="18097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3200" b="1">
          <a:solidFill>
            <a:schemeClr val="tx1"/>
          </a:solidFill>
          <a:latin typeface="+mj-ea"/>
          <a:ea typeface="+mj-ea"/>
          <a:cs typeface="+mn-cs"/>
        </a:defRPr>
      </a:lvl1pPr>
      <a:lvl2pPr marL="541655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2pPr>
      <a:lvl3pPr marL="895350" indent="-17462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400">
          <a:solidFill>
            <a:schemeClr val="tx1"/>
          </a:solidFill>
          <a:latin typeface="+mj-ea"/>
          <a:ea typeface="+mj-ea"/>
        </a:defRPr>
      </a:lvl3pPr>
      <a:lvl4pPr marL="1256030" indent="-180975" algn="l" rtl="0" eaLnBrk="0" fontAlgn="ctr" hangingPunct="0">
        <a:lnSpc>
          <a:spcPct val="130000"/>
        </a:lnSpc>
        <a:spcBef>
          <a:spcPct val="2000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200">
          <a:solidFill>
            <a:schemeClr val="tx1"/>
          </a:solidFill>
          <a:latin typeface="+mj-ea"/>
          <a:ea typeface="+mj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0764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25336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29908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3448050" indent="-184150" algn="l" rtl="0" eaLnBrk="1" fontAlgn="ctr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000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4.xml"/><Relationship Id="rId25" Type="http://schemas.openxmlformats.org/officeDocument/2006/relationships/tags" Target="../tags/tag31.xml"/><Relationship Id="rId24" Type="http://schemas.openxmlformats.org/officeDocument/2006/relationships/tags" Target="../tags/tag30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4.xml"/><Relationship Id="rId27" Type="http://schemas.openxmlformats.org/officeDocument/2006/relationships/tags" Target="../tags/tag58.xml"/><Relationship Id="rId26" Type="http://schemas.openxmlformats.org/officeDocument/2006/relationships/tags" Target="../tags/tag57.xml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63.xml"/><Relationship Id="rId7" Type="http://schemas.openxmlformats.org/officeDocument/2006/relationships/image" Target="../media/image7.png"/><Relationship Id="rId6" Type="http://schemas.microsoft.com/office/2007/relationships/media" Target="../media/media1.mp4"/><Relationship Id="rId5" Type="http://schemas.openxmlformats.org/officeDocument/2006/relationships/video" Target="../media/media1.mp4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11.png"/><Relationship Id="rId13" Type="http://schemas.openxmlformats.org/officeDocument/2006/relationships/tags" Target="../tags/tag65.xml"/><Relationship Id="rId12" Type="http://schemas.openxmlformats.org/officeDocument/2006/relationships/image" Target="../media/image10.png"/><Relationship Id="rId11" Type="http://schemas.openxmlformats.org/officeDocument/2006/relationships/tags" Target="../tags/tag64.xml"/><Relationship Id="rId10" Type="http://schemas.openxmlformats.org/officeDocument/2006/relationships/image" Target="../media/image9.png"/><Relationship Id="rId1" Type="http://schemas.openxmlformats.org/officeDocument/2006/relationships/tags" Target="../tags/tag5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9" Type="http://schemas.openxmlformats.org/officeDocument/2006/relationships/notesSlide" Target="../notesSlides/notesSlide6.xml"/><Relationship Id="rId78" Type="http://schemas.openxmlformats.org/officeDocument/2006/relationships/slideLayout" Target="../slideLayouts/slideLayout4.xml"/><Relationship Id="rId77" Type="http://schemas.openxmlformats.org/officeDocument/2006/relationships/tags" Target="../tags/tag142.xml"/><Relationship Id="rId76" Type="http://schemas.openxmlformats.org/officeDocument/2006/relationships/tags" Target="../tags/tag141.xml"/><Relationship Id="rId75" Type="http://schemas.openxmlformats.org/officeDocument/2006/relationships/tags" Target="../tags/tag140.xml"/><Relationship Id="rId74" Type="http://schemas.openxmlformats.org/officeDocument/2006/relationships/tags" Target="../tags/tag139.xml"/><Relationship Id="rId73" Type="http://schemas.openxmlformats.org/officeDocument/2006/relationships/tags" Target="../tags/tag138.xml"/><Relationship Id="rId72" Type="http://schemas.openxmlformats.org/officeDocument/2006/relationships/tags" Target="../tags/tag137.xml"/><Relationship Id="rId71" Type="http://schemas.openxmlformats.org/officeDocument/2006/relationships/tags" Target="../tags/tag136.xml"/><Relationship Id="rId70" Type="http://schemas.openxmlformats.org/officeDocument/2006/relationships/tags" Target="../tags/tag135.xml"/><Relationship Id="rId7" Type="http://schemas.openxmlformats.org/officeDocument/2006/relationships/tags" Target="../tags/tag72.xml"/><Relationship Id="rId69" Type="http://schemas.openxmlformats.org/officeDocument/2006/relationships/tags" Target="../tags/tag134.xml"/><Relationship Id="rId68" Type="http://schemas.openxmlformats.org/officeDocument/2006/relationships/tags" Target="../tags/tag133.xml"/><Relationship Id="rId67" Type="http://schemas.openxmlformats.org/officeDocument/2006/relationships/tags" Target="../tags/tag132.xml"/><Relationship Id="rId66" Type="http://schemas.openxmlformats.org/officeDocument/2006/relationships/tags" Target="../tags/tag131.xml"/><Relationship Id="rId65" Type="http://schemas.openxmlformats.org/officeDocument/2006/relationships/tags" Target="../tags/tag130.xml"/><Relationship Id="rId64" Type="http://schemas.openxmlformats.org/officeDocument/2006/relationships/tags" Target="../tags/tag129.xml"/><Relationship Id="rId63" Type="http://schemas.openxmlformats.org/officeDocument/2006/relationships/tags" Target="../tags/tag128.xml"/><Relationship Id="rId62" Type="http://schemas.openxmlformats.org/officeDocument/2006/relationships/tags" Target="../tags/tag127.xml"/><Relationship Id="rId61" Type="http://schemas.openxmlformats.org/officeDocument/2006/relationships/tags" Target="../tags/tag126.xml"/><Relationship Id="rId60" Type="http://schemas.openxmlformats.org/officeDocument/2006/relationships/tags" Target="../tags/tag125.xml"/><Relationship Id="rId6" Type="http://schemas.openxmlformats.org/officeDocument/2006/relationships/tags" Target="../tags/tag71.xml"/><Relationship Id="rId59" Type="http://schemas.openxmlformats.org/officeDocument/2006/relationships/tags" Target="../tags/tag124.xml"/><Relationship Id="rId58" Type="http://schemas.openxmlformats.org/officeDocument/2006/relationships/tags" Target="../tags/tag123.xml"/><Relationship Id="rId57" Type="http://schemas.openxmlformats.org/officeDocument/2006/relationships/tags" Target="../tags/tag122.xml"/><Relationship Id="rId56" Type="http://schemas.openxmlformats.org/officeDocument/2006/relationships/tags" Target="../tags/tag121.xml"/><Relationship Id="rId55" Type="http://schemas.openxmlformats.org/officeDocument/2006/relationships/tags" Target="../tags/tag120.xml"/><Relationship Id="rId54" Type="http://schemas.openxmlformats.org/officeDocument/2006/relationships/tags" Target="../tags/tag119.xml"/><Relationship Id="rId53" Type="http://schemas.openxmlformats.org/officeDocument/2006/relationships/tags" Target="../tags/tag118.xml"/><Relationship Id="rId52" Type="http://schemas.openxmlformats.org/officeDocument/2006/relationships/tags" Target="../tags/tag117.xml"/><Relationship Id="rId51" Type="http://schemas.openxmlformats.org/officeDocument/2006/relationships/tags" Target="../tags/tag116.xml"/><Relationship Id="rId50" Type="http://schemas.openxmlformats.org/officeDocument/2006/relationships/tags" Target="../tags/tag115.xml"/><Relationship Id="rId5" Type="http://schemas.openxmlformats.org/officeDocument/2006/relationships/tags" Target="../tags/tag70.xml"/><Relationship Id="rId49" Type="http://schemas.openxmlformats.org/officeDocument/2006/relationships/tags" Target="../tags/tag114.xml"/><Relationship Id="rId48" Type="http://schemas.openxmlformats.org/officeDocument/2006/relationships/tags" Target="../tags/tag113.xml"/><Relationship Id="rId47" Type="http://schemas.openxmlformats.org/officeDocument/2006/relationships/tags" Target="../tags/tag112.xml"/><Relationship Id="rId46" Type="http://schemas.openxmlformats.org/officeDocument/2006/relationships/tags" Target="../tags/tag111.xml"/><Relationship Id="rId45" Type="http://schemas.openxmlformats.org/officeDocument/2006/relationships/tags" Target="../tags/tag110.xml"/><Relationship Id="rId44" Type="http://schemas.openxmlformats.org/officeDocument/2006/relationships/tags" Target="../tags/tag109.xml"/><Relationship Id="rId43" Type="http://schemas.openxmlformats.org/officeDocument/2006/relationships/tags" Target="../tags/tag108.xml"/><Relationship Id="rId42" Type="http://schemas.openxmlformats.org/officeDocument/2006/relationships/tags" Target="../tags/tag107.xml"/><Relationship Id="rId41" Type="http://schemas.openxmlformats.org/officeDocument/2006/relationships/tags" Target="../tags/tag106.xml"/><Relationship Id="rId40" Type="http://schemas.openxmlformats.org/officeDocument/2006/relationships/tags" Target="../tags/tag105.xml"/><Relationship Id="rId4" Type="http://schemas.openxmlformats.org/officeDocument/2006/relationships/tags" Target="../tags/tag69.xml"/><Relationship Id="rId39" Type="http://schemas.openxmlformats.org/officeDocument/2006/relationships/tags" Target="../tags/tag104.xml"/><Relationship Id="rId38" Type="http://schemas.openxmlformats.org/officeDocument/2006/relationships/tags" Target="../tags/tag103.xml"/><Relationship Id="rId37" Type="http://schemas.openxmlformats.org/officeDocument/2006/relationships/tags" Target="../tags/tag102.xml"/><Relationship Id="rId36" Type="http://schemas.openxmlformats.org/officeDocument/2006/relationships/tags" Target="../tags/tag101.xml"/><Relationship Id="rId35" Type="http://schemas.openxmlformats.org/officeDocument/2006/relationships/tags" Target="../tags/tag100.xml"/><Relationship Id="rId34" Type="http://schemas.openxmlformats.org/officeDocument/2006/relationships/tags" Target="../tags/tag99.xml"/><Relationship Id="rId33" Type="http://schemas.openxmlformats.org/officeDocument/2006/relationships/tags" Target="../tags/tag98.xml"/><Relationship Id="rId32" Type="http://schemas.openxmlformats.org/officeDocument/2006/relationships/tags" Target="../tags/tag97.xml"/><Relationship Id="rId31" Type="http://schemas.openxmlformats.org/officeDocument/2006/relationships/tags" Target="../tags/tag96.xml"/><Relationship Id="rId30" Type="http://schemas.openxmlformats.org/officeDocument/2006/relationships/tags" Target="../tags/tag95.xml"/><Relationship Id="rId3" Type="http://schemas.openxmlformats.org/officeDocument/2006/relationships/tags" Target="../tags/tag68.xml"/><Relationship Id="rId29" Type="http://schemas.openxmlformats.org/officeDocument/2006/relationships/tags" Target="../tags/tag94.xml"/><Relationship Id="rId28" Type="http://schemas.openxmlformats.org/officeDocument/2006/relationships/tags" Target="../tags/tag93.xml"/><Relationship Id="rId27" Type="http://schemas.openxmlformats.org/officeDocument/2006/relationships/tags" Target="../tags/tag92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tags" Target="../tags/tag67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image" Target="../media/image18.png"/><Relationship Id="rId7" Type="http://schemas.openxmlformats.org/officeDocument/2006/relationships/image" Target="../media/image17.jpe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45.xml"/><Relationship Id="rId1" Type="http://schemas.openxmlformats.org/officeDocument/2006/relationships/tags" Target="../tags/tag14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image" Target="../media/image20.png"/><Relationship Id="rId7" Type="http://schemas.openxmlformats.org/officeDocument/2006/relationships/tags" Target="../tags/tag151.xml"/><Relationship Id="rId6" Type="http://schemas.openxmlformats.org/officeDocument/2006/relationships/image" Target="../media/image19.png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image" Target="../media/image21.png"/><Relationship Id="rId1" Type="http://schemas.openxmlformats.org/officeDocument/2006/relationships/tags" Target="../tags/tag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735" y="121285"/>
            <a:ext cx="10933430" cy="64897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工业智能体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800">
                <a:cs typeface="微软雅黑" panose="020B0503020204020204" charset="-122"/>
                <a:sym typeface="+mn-ea"/>
              </a:rPr>
              <a:t>辅助图纸设计智能体</a:t>
            </a:r>
            <a:endParaRPr lang="zh-CN" altLang="en-US" sz="1800">
              <a:cs typeface="微软雅黑" panose="020B0503020204020204" charset="-122"/>
              <a:sym typeface="+mn-ea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 flipH="1">
            <a:off x="130175" y="50165"/>
            <a:ext cx="0" cy="790575"/>
          </a:xfrm>
          <a:prstGeom prst="line">
            <a:avLst/>
          </a:prstGeom>
          <a:noFill/>
          <a:ln w="9525" cap="flat" cmpd="sng" algn="ctr">
            <a:solidFill>
              <a:srgbClr val="CC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5080" y="48740"/>
            <a:ext cx="99695" cy="792000"/>
          </a:xfrm>
          <a:prstGeom prst="rect">
            <a:avLst/>
          </a:prstGeom>
          <a:solidFill>
            <a:srgbClr val="CC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1" fontAlgn="auto" hangingPunct="1"/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302895" y="800735"/>
            <a:ext cx="116579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defTabSz="914400" eaLnBrk="1" fontAlgn="auto" hangingPunct="1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依托万悟工业智能体平台智能体编排能力，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面向工业设计场景，聚焦图纸智能解析与设计知识复用，支持接入工程图纸及设计系统数据，提供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识图、治图、荐图、审图、翻图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等核心能力，提升图纸设计人员设计效率和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质量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315" y="1737995"/>
            <a:ext cx="11727815" cy="5026075"/>
            <a:chOff x="368" y="2737"/>
            <a:chExt cx="18469" cy="7915"/>
          </a:xfrm>
        </p:grpSpPr>
        <p:grpSp>
          <p:nvGrpSpPr>
            <p:cNvPr id="42" name="组合 41"/>
            <p:cNvGrpSpPr/>
            <p:nvPr/>
          </p:nvGrpSpPr>
          <p:grpSpPr>
            <a:xfrm rot="0">
              <a:off x="368" y="2737"/>
              <a:ext cx="5679" cy="1449"/>
              <a:chOff x="4267062" y="1380009"/>
              <a:chExt cx="3606127" cy="920051"/>
            </a:xfrm>
          </p:grpSpPr>
          <p:sp>
            <p:nvSpPr>
              <p:cNvPr id="20" name="ComponentBackground1"/>
              <p:cNvSpPr/>
              <p:nvPr/>
            </p:nvSpPr>
            <p:spPr>
              <a:xfrm>
                <a:off x="4267062" y="1582560"/>
                <a:ext cx="3606127" cy="717500"/>
              </a:xfrm>
              <a:prstGeom prst="roundRect">
                <a:avLst>
                  <a:gd name="adj" fmla="val 6494"/>
                </a:avLst>
              </a:prstGeom>
              <a:solidFill>
                <a:schemeClr val="bg1"/>
              </a:solidFill>
              <a:ln w="6350" cmpd="dbl">
                <a:gradFill flip="none" rotWithShape="1">
                  <a:gsLst>
                    <a:gs pos="0">
                      <a:srgbClr val="C00000"/>
                    </a:gs>
                    <a:gs pos="97000">
                      <a:srgbClr val="C00000"/>
                    </a:gs>
                    <a:gs pos="50000">
                      <a:schemeClr val="accent2">
                        <a:lumMod val="20000"/>
                        <a:lumOff val="80000"/>
                      </a:schemeClr>
                    </a:gs>
                  </a:gsLst>
                  <a:lin ang="5280000" scaled="0"/>
                  <a:tileRect/>
                </a:gradFill>
                <a:prstDash val="solid"/>
              </a:ln>
              <a:effectLst>
                <a:outerShdw blurRad="635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914400" eaLnBrk="1" fontAlgn="auto" hangingPunct="1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39" name="组合 38"/>
              <p:cNvGrpSpPr/>
              <p:nvPr/>
            </p:nvGrpSpPr>
            <p:grpSpPr>
              <a:xfrm>
                <a:off x="4336066" y="1380009"/>
                <a:ext cx="3461984" cy="864175"/>
                <a:chOff x="4336066" y="1380009"/>
                <a:chExt cx="3461984" cy="864175"/>
              </a:xfrm>
            </p:grpSpPr>
            <p:sp>
              <p:nvSpPr>
                <p:cNvPr id="22" name="Text1"/>
                <p:cNvSpPr/>
                <p:nvPr/>
              </p:nvSpPr>
              <p:spPr>
                <a:xfrm>
                  <a:off x="4336066" y="1757808"/>
                  <a:ext cx="3461984" cy="48637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/>
                <a:lstStyle/>
                <a:p>
                  <a:pPr defTabSz="914400" eaLnBrk="1" fontAlgn="auto" hangingPunct="1">
                    <a:lnSpc>
                      <a:spcPct val="120000"/>
                    </a:lnSpc>
                  </a:pPr>
                  <a:r>
                    <a:rPr kumimoji="1" lang="zh-CN" altLang="en-US" sz="11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面向船舶、制造、装备等行业的</a:t>
                  </a:r>
                  <a:r>
                    <a:rPr kumimoji="1" lang="zh-CN" altLang="en-US" sz="1100" b="1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研发设计企业</a:t>
                  </a:r>
                  <a:r>
                    <a:rPr kumimoji="1" lang="en-US" altLang="zh-CN" sz="1100" b="1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/</a:t>
                  </a:r>
                  <a:r>
                    <a:rPr kumimoji="1" lang="zh-CN" altLang="en-US" sz="1100" b="1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部门</a:t>
                  </a:r>
                  <a:endParaRPr kumimoji="1" lang="zh-CN" altLang="en-US" sz="11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  <a:p>
                  <a:pPr defTabSz="914400" eaLnBrk="1" fontAlgn="auto" hangingPunct="1">
                    <a:lnSpc>
                      <a:spcPct val="120000"/>
                    </a:lnSpc>
                  </a:pPr>
                  <a:r>
                    <a:rPr kumimoji="1" lang="zh-CN" altLang="en-US" sz="11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服务于</a:t>
                  </a:r>
                  <a:r>
                    <a:rPr kumimoji="1" lang="zh-CN" altLang="en-US" sz="1100" b="1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研发团队</a:t>
                  </a:r>
                  <a:r>
                    <a:rPr kumimoji="1" lang="zh-CN" altLang="en-US" sz="11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，如</a:t>
                  </a:r>
                  <a:r>
                    <a:rPr kumimoji="1" lang="zh-CN" altLang="en-US" sz="11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设计工程师、建模工程师等</a:t>
                  </a:r>
                  <a:endParaRPr kumimoji="1" lang="zh-CN" altLang="en-US" sz="11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Bullet1"/>
                <p:cNvSpPr/>
                <p:nvPr/>
              </p:nvSpPr>
              <p:spPr bwMode="auto">
                <a:xfrm>
                  <a:off x="4683409" y="1380009"/>
                  <a:ext cx="2752061" cy="393672"/>
                </a:xfrm>
                <a:prstGeom prst="roundRect">
                  <a:avLst>
                    <a:gd name="adj" fmla="val 12899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  <a:effectLst>
                  <a:outerShdw blurRad="63500" sx="105000" sy="105000" algn="ctr" rotWithShape="0">
                    <a:schemeClr val="accent1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en-US"/>
                  </a:defPPr>
                  <a:lvl1pPr algn="ctr">
                    <a:defRPr kumimoji="0" sz="2000" b="1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lvl="0" algn="ctr" defTabSz="914400" eaLnBrk="1" fontAlgn="auto" hangingPunct="1">
                    <a:buClrTx/>
                    <a:buSzTx/>
                    <a:buFontTx/>
                  </a:pPr>
                  <a:r>
                    <a:rPr lang="zh-CN" altLang="en-US" sz="1400" dirty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目标客户</a:t>
                  </a:r>
                  <a:endParaRPr lang="zh-CN" altLang="en-US" sz="14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</p:grpSp>
        </p:grpSp>
        <p:sp>
          <p:nvSpPr>
            <p:cNvPr id="29" name="Bullet1"/>
            <p:cNvSpPr/>
            <p:nvPr/>
          </p:nvSpPr>
          <p:spPr bwMode="auto">
            <a:xfrm>
              <a:off x="1024" y="6886"/>
              <a:ext cx="4334" cy="620"/>
            </a:xfrm>
            <a:prstGeom prst="roundRect">
              <a:avLst>
                <a:gd name="adj" fmla="val 12899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63500" sx="105000" sy="105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algn="ctr">
                <a:defRPr kumimoji="0" sz="2000" b="1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 algn="ctr" defTabSz="914400" eaLnBrk="1" fontAlgn="auto" hangingPunct="1">
                <a:buClrTx/>
                <a:buSzTx/>
                <a:buFontTx/>
              </a:pP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业务痛点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 rot="0">
              <a:off x="6595" y="2737"/>
              <a:ext cx="6054" cy="7915"/>
              <a:chOff x="4267062" y="1380009"/>
              <a:chExt cx="3844249" cy="5027241"/>
            </a:xfrm>
          </p:grpSpPr>
          <p:sp>
            <p:nvSpPr>
              <p:cNvPr id="45" name="ComponentBackground1"/>
              <p:cNvSpPr/>
              <p:nvPr/>
            </p:nvSpPr>
            <p:spPr>
              <a:xfrm>
                <a:off x="4267062" y="1593421"/>
                <a:ext cx="3844249" cy="4813829"/>
              </a:xfrm>
              <a:prstGeom prst="roundRect">
                <a:avLst>
                  <a:gd name="adj" fmla="val 6494"/>
                </a:avLst>
              </a:prstGeom>
              <a:solidFill>
                <a:schemeClr val="bg1"/>
              </a:solidFill>
              <a:ln w="12700">
                <a:gradFill flip="none" rotWithShape="1">
                  <a:gsLst>
                    <a:gs pos="0">
                      <a:srgbClr val="C00000"/>
                    </a:gs>
                    <a:gs pos="97000">
                      <a:srgbClr val="C00000"/>
                    </a:gs>
                    <a:gs pos="48000">
                      <a:srgbClr val="FFC0C0">
                        <a:alpha val="76000"/>
                      </a:srgbClr>
                    </a:gs>
                  </a:gsLst>
                  <a:lin ang="5280000" scaled="0"/>
                  <a:tileRect/>
                </a:gradFill>
              </a:ln>
              <a:effectLst>
                <a:outerShdw blurRad="635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l" defTabSz="914400" eaLnBrk="1" fontAlgn="auto" hangingPunct="1">
                  <a:buClrTx/>
                  <a:buSzTx/>
                  <a:buFontTx/>
                </a:pPr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grpSp>
            <p:nvGrpSpPr>
              <p:cNvPr id="46" name="组合 45"/>
              <p:cNvGrpSpPr/>
              <p:nvPr/>
            </p:nvGrpSpPr>
            <p:grpSpPr>
              <a:xfrm>
                <a:off x="4336701" y="1380009"/>
                <a:ext cx="3655656" cy="919703"/>
                <a:chOff x="4336701" y="1380009"/>
                <a:chExt cx="3655656" cy="919703"/>
              </a:xfrm>
            </p:grpSpPr>
            <p:sp>
              <p:nvSpPr>
                <p:cNvPr id="47" name="Text1"/>
                <p:cNvSpPr/>
                <p:nvPr/>
              </p:nvSpPr>
              <p:spPr>
                <a:xfrm>
                  <a:off x="4336701" y="1816995"/>
                  <a:ext cx="3655656" cy="48271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/>
                <a:lstStyle/>
                <a:p>
                  <a:pPr indent="0" defTabSz="914400" eaLnBrk="1" fontAlgn="auto" hangingPunct="1">
                    <a:lnSpc>
                      <a:spcPct val="120000"/>
                    </a:lnSpc>
                    <a:buFont typeface="Arial" panose="020B0604020202020204" pitchFamily="34" charset="0"/>
                    <a:buNone/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针对五大核心场景痛点，产品提供</a:t>
                  </a:r>
                  <a:r>
                    <a:rPr kumimoji="1" lang="en-US" altLang="zh-CN" sz="12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“</a:t>
                  </a:r>
                  <a:r>
                    <a:rPr kumimoji="1" lang="zh-CN" altLang="en-US" sz="1100" b="1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识图、治图、荐图、审图、翻图</a:t>
                  </a:r>
                  <a:r>
                    <a:rPr kumimoji="1" lang="en-US" altLang="zh-CN" sz="12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”</a:t>
                  </a: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+mn-ea"/>
                      <a:sym typeface="+mn-lt"/>
                    </a:rPr>
                    <a:t>全流程解决方案：</a:t>
                  </a:r>
                  <a:endParaRPr kumimoji="1" lang="zh-CN" altLang="en-US" sz="120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Bullet1"/>
                <p:cNvSpPr/>
                <p:nvPr/>
              </p:nvSpPr>
              <p:spPr bwMode="auto">
                <a:xfrm>
                  <a:off x="4764689" y="1380009"/>
                  <a:ext cx="2752061" cy="393672"/>
                </a:xfrm>
                <a:prstGeom prst="roundRect">
                  <a:avLst>
                    <a:gd name="adj" fmla="val 12899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  <a:effectLst>
                  <a:outerShdw blurRad="63500" sx="105000" sy="105000" algn="ctr" rotWithShape="0">
                    <a:schemeClr val="accent1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en-US"/>
                  </a:defPPr>
                  <a:lvl1pPr algn="ctr">
                    <a:defRPr kumimoji="0" sz="2000" b="1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lvl="0" algn="ctr" defTabSz="914400" eaLnBrk="1" fontAlgn="auto" hangingPunct="1">
                    <a:buClrTx/>
                    <a:buSzTx/>
                    <a:buFontTx/>
                  </a:pPr>
                  <a:r>
                    <a:rPr lang="zh-CN" altLang="en-US" sz="1400" dirty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智能体核心</a:t>
                  </a:r>
                  <a:r>
                    <a:rPr lang="zh-CN" altLang="en-US" sz="1400" dirty="0">
                      <a:solidFill>
                        <a:srgbClr val="C0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能力</a:t>
                  </a:r>
                  <a:endParaRPr lang="zh-CN" altLang="en-US" sz="14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</p:grpSp>
        </p:grpSp>
        <p:grpSp>
          <p:nvGrpSpPr>
            <p:cNvPr id="49" name="组合 48"/>
            <p:cNvGrpSpPr/>
            <p:nvPr/>
          </p:nvGrpSpPr>
          <p:grpSpPr>
            <a:xfrm rot="0">
              <a:off x="13158" y="2737"/>
              <a:ext cx="5679" cy="3568"/>
              <a:chOff x="4267062" y="1380009"/>
              <a:chExt cx="3606127" cy="2266228"/>
            </a:xfrm>
          </p:grpSpPr>
          <p:sp>
            <p:nvSpPr>
              <p:cNvPr id="50" name="ComponentBackground1"/>
              <p:cNvSpPr/>
              <p:nvPr/>
            </p:nvSpPr>
            <p:spPr>
              <a:xfrm>
                <a:off x="4267062" y="1582623"/>
                <a:ext cx="3606127" cy="2063614"/>
              </a:xfrm>
              <a:prstGeom prst="roundRect">
                <a:avLst>
                  <a:gd name="adj" fmla="val 6494"/>
                </a:avLst>
              </a:prstGeom>
              <a:solidFill>
                <a:schemeClr val="bg1"/>
              </a:solidFill>
              <a:ln w="12700">
                <a:gradFill flip="none" rotWithShape="1">
                  <a:gsLst>
                    <a:gs pos="0">
                      <a:srgbClr val="C00000"/>
                    </a:gs>
                    <a:gs pos="97000">
                      <a:srgbClr val="C00000"/>
                    </a:gs>
                    <a:gs pos="48000">
                      <a:srgbClr val="FFC0C0">
                        <a:alpha val="76000"/>
                      </a:srgbClr>
                    </a:gs>
                  </a:gsLst>
                  <a:lin ang="5280000" scaled="0"/>
                  <a:tileRect/>
                </a:gradFill>
              </a:ln>
              <a:effectLst>
                <a:outerShdw blurRad="63500" dist="635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l" defTabSz="914400" eaLnBrk="1" fontAlgn="auto" hangingPunct="1">
                  <a:buClrTx/>
                  <a:buSzTx/>
                  <a:buFontTx/>
                </a:pPr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Bullet1"/>
              <p:cNvSpPr/>
              <p:nvPr/>
            </p:nvSpPr>
            <p:spPr bwMode="auto">
              <a:xfrm>
                <a:off x="4663089" y="1380009"/>
                <a:ext cx="2752061" cy="393672"/>
              </a:xfrm>
              <a:prstGeom prst="roundRect">
                <a:avLst>
                  <a:gd name="adj" fmla="val 12899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12700" cmpd="sng">
                <a:solidFill>
                  <a:schemeClr val="accent1">
                    <a:shade val="50000"/>
                  </a:schemeClr>
                </a:solidFill>
                <a:prstDash val="solid"/>
              </a:ln>
              <a:effectLst>
                <a:outerShdw blurRad="63500" sx="105000" sy="105000" algn="ctr" rotWithShape="0">
                  <a:schemeClr val="accent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algn="ctr">
                  <a:defRPr kumimoji="0" sz="2000" b="1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 algn="ctr" defTabSz="914400" eaLnBrk="1" fontAlgn="auto" hangingPunct="1">
                  <a:buClrTx/>
                  <a:buSzTx/>
                  <a:buFontTx/>
                </a:pPr>
                <a:r>
                  <a:rPr lang="zh-CN" altLang="en-US" sz="14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核心</a:t>
                </a:r>
                <a:r>
                  <a:rPr lang="zh-CN" altLang="en-US" sz="1400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亮点</a:t>
                </a:r>
                <a:endParaRPr lang="zh-CN" altLang="en-US" sz="14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</p:grpSp>
      <p:sp>
        <p:nvSpPr>
          <p:cNvPr id="6" name="Text1"/>
          <p:cNvSpPr/>
          <p:nvPr/>
        </p:nvSpPr>
        <p:spPr>
          <a:xfrm>
            <a:off x="8427720" y="2178050"/>
            <a:ext cx="3461385" cy="1826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/>
          <a:lstStyle/>
          <a:p>
            <a:pPr marL="171450" indent="-171450" defTabSz="914400" eaLnBrk="1" fontAlgn="auto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1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首创交互翻模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：人机协同翻图技术，大幅提升</a:t>
            </a:r>
            <a:r>
              <a:rPr kumimoji="1" lang="en-US" altLang="zh-CN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2D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转</a:t>
            </a:r>
            <a:r>
              <a:rPr kumimoji="1" lang="en-US" altLang="zh-CN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3D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效率与质量</a:t>
            </a:r>
            <a:endParaRPr kumimoji="1" lang="zh-CN" altLang="en-US" sz="1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 defTabSz="914400" eaLnBrk="1" fontAlgn="auto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1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超高识别精度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：识图准确率</a:t>
            </a:r>
            <a:r>
              <a:rPr kumimoji="1" lang="en-US" altLang="zh-CN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96%+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，远超行业</a:t>
            </a:r>
            <a:r>
              <a:rPr kumimoji="1" lang="en-US" altLang="zh-CN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55%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平均水平，支撑精准审图</a:t>
            </a:r>
            <a:endParaRPr kumimoji="1" lang="en-US" altLang="zh-CN" sz="1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 defTabSz="914400" eaLnBrk="1" fontAlgn="auto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1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全场景覆盖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：一站式满足识图、治图、荐图、审图、翻图核心需求</a:t>
            </a:r>
            <a:endParaRPr kumimoji="1" lang="en-US" altLang="zh-CN" sz="1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171450" indent="-171450" defTabSz="914400" eaLnBrk="1" fontAlgn="auto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1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轻量化快速集成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：支持插件</a:t>
            </a:r>
            <a:r>
              <a:rPr kumimoji="1" lang="en-US" altLang="zh-CN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/API</a:t>
            </a:r>
            <a:r>
              <a:rPr kumimoji="1" lang="zh-CN" altLang="en-US" sz="11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接入，适配企业现有设计系统，快速落地</a:t>
            </a:r>
            <a:endParaRPr kumimoji="1" lang="zh-CN" altLang="en-US" sz="11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735" y="121285"/>
            <a:ext cx="7764145" cy="648970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工业智能体</a:t>
            </a:r>
            <a:r>
              <a:rPr lang="en-US" altLang="zh-CN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800">
                <a:cs typeface="微软雅黑" panose="020B0503020204020204" charset="-122"/>
                <a:sym typeface="+mn-ea"/>
              </a:rPr>
              <a:t>装备运维智能体</a:t>
            </a:r>
            <a:endParaRPr lang="zh-CN" altLang="en-US" sz="1800">
              <a:cs typeface="微软雅黑" panose="020B0503020204020204" charset="-122"/>
              <a:sym typeface="+mn-ea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 flipH="1">
            <a:off x="130175" y="50165"/>
            <a:ext cx="0" cy="790575"/>
          </a:xfrm>
          <a:prstGeom prst="line">
            <a:avLst/>
          </a:prstGeom>
          <a:noFill/>
          <a:ln w="9525" cap="flat" cmpd="sng" algn="ctr">
            <a:solidFill>
              <a:srgbClr val="CC00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5080" y="48740"/>
            <a:ext cx="99695" cy="792000"/>
          </a:xfrm>
          <a:prstGeom prst="rect">
            <a:avLst/>
          </a:prstGeom>
          <a:solidFill>
            <a:srgbClr val="CC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1" fontAlgn="auto" hangingPunct="1"/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302895" y="894080"/>
            <a:ext cx="116357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defTabSz="914400" eaLnBrk="1" fontAlgn="auto" hangingPunct="1">
              <a:lnSpc>
                <a:spcPct val="12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5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依托万悟工业智能体平台多模态</a:t>
            </a:r>
            <a:r>
              <a:rPr lang="en-US" altLang="zh-CN" sz="15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r>
              <a:rPr lang="zh-CN" altLang="en-US" sz="15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能力，为故障维护提供精准的识别、定位、分析、方案生成全链路支撑能力，实现故障精准识别分级、可视化定位、成因影响深度分析及最优处置方案生成，完成处置效果校验与全量信息记录，形成 “识别 - 分析 - 方案 - 执行 - 评估 - 优化” 的迭代闭环。</a:t>
            </a:r>
            <a:endParaRPr lang="zh-CN" altLang="en-US" sz="15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 rot="0">
            <a:off x="187325" y="3556000"/>
            <a:ext cx="2914015" cy="1310640"/>
            <a:chOff x="477" y="5337"/>
            <a:chExt cx="6022" cy="2065"/>
          </a:xfrm>
        </p:grpSpPr>
        <p:sp>
          <p:nvSpPr>
            <p:cNvPr id="28" name="矩形: 圆角 617"/>
            <p:cNvSpPr/>
            <p:nvPr>
              <p:custDataLst>
                <p:tags r:id="rId1"/>
              </p:custDataLst>
            </p:nvPr>
          </p:nvSpPr>
          <p:spPr>
            <a:xfrm>
              <a:off x="477" y="5540"/>
              <a:ext cx="6022" cy="1862"/>
            </a:xfrm>
            <a:prstGeom prst="roundRect">
              <a:avLst>
                <a:gd name="adj" fmla="val 5598"/>
              </a:avLst>
            </a:prstGeom>
            <a:ln w="6350">
              <a:gradFill>
                <a:gsLst>
                  <a:gs pos="48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1">
                      <a:alpha val="10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9pPr>
            </a:lstStyle>
            <a:p>
              <a:pPr lvl="0" algn="ctr" fontAlgn="auto">
                <a:lnSpc>
                  <a:spcPct val="120000"/>
                </a:lnSpc>
                <a:buClrTx/>
                <a:buSzTx/>
                <a:buFontTx/>
                <a:defRPr/>
              </a:pPr>
              <a:endParaRPr lang="zh-CN" altLang="en-US" sz="220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836" y="5337"/>
              <a:ext cx="5305" cy="43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63500" sx="105000" sy="105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algn="ctr">
                <a:defRPr kumimoji="0" sz="2000" b="1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 algn="ctr" defTabSz="914400" eaLnBrk="1" fontAlgn="auto" hangingPunct="1">
                <a:buClrTx/>
                <a:buSzTx/>
                <a:buFontTx/>
              </a:pP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涉及场景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20" y="5908"/>
              <a:ext cx="5737" cy="14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defTabSz="914400" eaLnBrk="1" fontAlgn="auto" hangingPunct="1">
                <a:lnSpc>
                  <a:spcPct val="120000"/>
                </a:lnSpc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设备故障识别、定位、分析、处置方案及迭代优化的全链路智能维护场景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，例如：产线设备的维修、产品部件的维修等。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 rot="0">
            <a:off x="187325" y="1925955"/>
            <a:ext cx="2914015" cy="1375410"/>
            <a:chOff x="477" y="2991"/>
            <a:chExt cx="6022" cy="2166"/>
          </a:xfrm>
        </p:grpSpPr>
        <p:sp>
          <p:nvSpPr>
            <p:cNvPr id="19" name="矩形: 圆角 617"/>
            <p:cNvSpPr/>
            <p:nvPr>
              <p:custDataLst>
                <p:tags r:id="rId2"/>
              </p:custDataLst>
            </p:nvPr>
          </p:nvSpPr>
          <p:spPr>
            <a:xfrm>
              <a:off x="477" y="3222"/>
              <a:ext cx="6022" cy="1935"/>
            </a:xfrm>
            <a:prstGeom prst="roundRect">
              <a:avLst>
                <a:gd name="adj" fmla="val 5598"/>
              </a:avLst>
            </a:prstGeom>
            <a:ln w="6350">
              <a:gradFill>
                <a:gsLst>
                  <a:gs pos="48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1">
                      <a:alpha val="10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9pPr>
            </a:lstStyle>
            <a:p>
              <a:pPr lvl="0" algn="ctr" fontAlgn="auto">
                <a:lnSpc>
                  <a:spcPct val="120000"/>
                </a:lnSpc>
                <a:buClrTx/>
                <a:buSzTx/>
                <a:buFontTx/>
                <a:defRPr/>
              </a:pPr>
              <a:endParaRPr lang="zh-CN" altLang="en-US" sz="220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836" y="2991"/>
              <a:ext cx="5305" cy="43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63500" sx="105000" sy="105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algn="ctr">
                <a:defRPr kumimoji="0" sz="2000" b="1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 algn="ctr" defTabSz="914400" eaLnBrk="1" fontAlgn="auto" hangingPunct="1">
                <a:buClrTx/>
                <a:buSzTx/>
                <a:buFontTx/>
              </a:pP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目标用户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20" y="3578"/>
              <a:ext cx="5879" cy="155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defTabSz="914400" eaLnBrk="1" fontAlgn="auto" hangingPunct="1">
                <a:lnSpc>
                  <a:spcPct val="120000"/>
                </a:lnSpc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面向制造企业、工厂运维部门等工业领域设备管理、维修主体，为维修人员、维修方案指定人员和行业专家等提供智能化应用。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rot="0">
            <a:off x="187325" y="5121275"/>
            <a:ext cx="2914015" cy="1494155"/>
            <a:chOff x="477" y="8134"/>
            <a:chExt cx="6022" cy="2353"/>
          </a:xfrm>
        </p:grpSpPr>
        <p:sp>
          <p:nvSpPr>
            <p:cNvPr id="13" name="矩形: 圆角 617"/>
            <p:cNvSpPr/>
            <p:nvPr>
              <p:custDataLst>
                <p:tags r:id="rId3"/>
              </p:custDataLst>
            </p:nvPr>
          </p:nvSpPr>
          <p:spPr>
            <a:xfrm>
              <a:off x="477" y="8359"/>
              <a:ext cx="6022" cy="2128"/>
            </a:xfrm>
            <a:prstGeom prst="roundRect">
              <a:avLst>
                <a:gd name="adj" fmla="val 5598"/>
              </a:avLst>
            </a:prstGeom>
            <a:ln w="6350">
              <a:gradFill>
                <a:gsLst>
                  <a:gs pos="48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1">
                      <a:alpha val="10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9pPr>
            </a:lstStyle>
            <a:p>
              <a:pPr lvl="0" algn="ctr" fontAlgn="auto">
                <a:lnSpc>
                  <a:spcPct val="120000"/>
                </a:lnSpc>
                <a:buClrTx/>
                <a:buSzTx/>
                <a:buFontTx/>
                <a:defRPr/>
              </a:pPr>
              <a:endParaRPr lang="zh-CN" altLang="en-US" sz="220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835" y="8134"/>
              <a:ext cx="5305" cy="43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63500" sx="105000" sy="105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lvl="0" algn="ctr" defTabSz="914400" eaLnBrk="1" fontAlgn="auto" hangingPunct="1">
                <a:buClrTx/>
                <a:buSzTx/>
                <a:buFontTx/>
              </a:pPr>
              <a:r>
                <a:rPr lang="zh-CN" altLang="en-US" sz="1400" b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业务痛点</a:t>
              </a:r>
              <a:endPara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78" y="8687"/>
              <a:ext cx="6021" cy="16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 defTabSz="914400" eaLnBrk="1" fontAlgn="auto" hangingPunct="1">
                <a:lnSpc>
                  <a:spcPct val="120000"/>
                </a:lnSpc>
                <a:buClr>
                  <a:srgbClr val="C00000"/>
                </a:buClr>
                <a:buFont typeface="Arial" panose="020B0604020202020204" pitchFamily="34" charset="0"/>
                <a:buChar char="•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多维度多级联运维知识体系使用难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defTabSz="914400" eaLnBrk="1" fontAlgn="auto" hangingPunct="1">
                <a:lnSpc>
                  <a:spcPct val="120000"/>
                </a:lnSpc>
                <a:buClr>
                  <a:srgbClr val="C00000"/>
                </a:buClr>
                <a:buFont typeface="Arial" panose="020B0604020202020204" pitchFamily="34" charset="0"/>
                <a:buChar char="•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信息检索方式无法适配现有运维诉求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defTabSz="914400" eaLnBrk="1" fontAlgn="auto" hangingPunct="1">
                <a:lnSpc>
                  <a:spcPct val="120000"/>
                </a:lnSpc>
                <a:buClr>
                  <a:srgbClr val="C00000"/>
                </a:buClr>
                <a:buFont typeface="Arial" panose="020B0604020202020204" pitchFamily="34" charset="0"/>
                <a:buChar char="•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运维专业化人才短缺培养周期长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defTabSz="914400" eaLnBrk="1" fontAlgn="auto" hangingPunct="1">
                <a:lnSpc>
                  <a:spcPct val="120000"/>
                </a:lnSpc>
                <a:buClr>
                  <a:srgbClr val="C00000"/>
                </a:buClr>
                <a:buFont typeface="Arial" panose="020B0604020202020204" pitchFamily="34" charset="0"/>
                <a:buChar char="•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故障案例数量增长迅速但复用率不高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0">
            <a:off x="7905110" y="1925955"/>
            <a:ext cx="3994232" cy="2611755"/>
            <a:chOff x="693" y="2991"/>
            <a:chExt cx="5685" cy="4113"/>
          </a:xfrm>
        </p:grpSpPr>
        <p:sp>
          <p:nvSpPr>
            <p:cNvPr id="40" name="矩形: 圆角 617"/>
            <p:cNvSpPr/>
            <p:nvPr>
              <p:custDataLst>
                <p:tags r:id="rId4"/>
              </p:custDataLst>
            </p:nvPr>
          </p:nvSpPr>
          <p:spPr>
            <a:xfrm>
              <a:off x="693" y="3223"/>
              <a:ext cx="5685" cy="3881"/>
            </a:xfrm>
            <a:prstGeom prst="roundRect">
              <a:avLst>
                <a:gd name="adj" fmla="val 2739"/>
              </a:avLst>
            </a:prstGeom>
            <a:ln w="6350">
              <a:gradFill>
                <a:gsLst>
                  <a:gs pos="48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1">
                      <a:alpha val="10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9pPr>
            </a:lstStyle>
            <a:p>
              <a:pPr lvl="0" algn="ctr" fontAlgn="auto">
                <a:lnSpc>
                  <a:spcPct val="120000"/>
                </a:lnSpc>
                <a:buClrTx/>
                <a:buSzTx/>
                <a:buFontTx/>
                <a:defRPr/>
              </a:pPr>
              <a:endParaRPr lang="zh-CN" altLang="en-US" sz="220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78" y="2991"/>
              <a:ext cx="5305" cy="43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63500" sx="105000" sy="105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lvl="0" algn="ctr" defTabSz="914400" eaLnBrk="1" fontAlgn="auto" hangingPunct="1">
                <a:buClrTx/>
                <a:buSzTx/>
                <a:buFontTx/>
              </a:pPr>
              <a:r>
                <a:rPr lang="zh-CN" altLang="en-US" sz="1400" b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核心亮点</a:t>
              </a:r>
              <a:endPara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737" y="3386"/>
              <a:ext cx="5458" cy="347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 defTabSz="914400" eaLnBrk="1" fontAlgn="auto" hangingPunct="1">
                <a:lnSpc>
                  <a:spcPct val="120000"/>
                </a:lnSpc>
              </a:pP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学得快</a:t>
              </a: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300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构建多模态非结构化文档解析服务，理解专业技术表格逻辑和语义、技术文档结构和技术插图元素。</a:t>
              </a:r>
              <a:endParaRPr lang="zh-CN" altLang="en-US" sz="13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defTabSz="914400" eaLnBrk="1" fontAlgn="auto" hangingPunct="1">
                <a:lnSpc>
                  <a:spcPct val="120000"/>
                </a:lnSpc>
              </a:pP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想得快</a:t>
              </a: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300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多知识库路由与元数据/关键词管理，达成对专业知识的高效检索与精准定位，避免在海量信息查询匹配，提升准确率。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defTabSz="914400" eaLnBrk="1" fontAlgn="auto" hangingPunct="1">
                <a:lnSpc>
                  <a:spcPct val="120000"/>
                </a:lnSpc>
              </a:pP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信得过</a:t>
              </a: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300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用透明思维链技术，全程可视化模型推理，思考过程可见、可控、可信赖。</a:t>
              </a:r>
              <a:endParaRPr lang="zh-CN" altLang="en-US" sz="14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defTabSz="914400" eaLnBrk="1" fontAlgn="auto" hangingPunct="1">
                <a:lnSpc>
                  <a:spcPct val="120000"/>
                </a:lnSpc>
              </a:pP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答得准</a:t>
              </a:r>
              <a:r>
                <a:rPr lang="en-US" altLang="zh-CN" sz="13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1300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</a:rPr>
                <a:t>图模融合共生、动态扩展关键实体检索增强引擎；融合上下文语义关联的子图匹配多跳推理。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417284" y="1925955"/>
            <a:ext cx="4344896" cy="4690110"/>
            <a:chOff x="6205" y="3033"/>
            <a:chExt cx="7133" cy="7386"/>
          </a:xfrm>
        </p:grpSpPr>
        <p:sp>
          <p:nvSpPr>
            <p:cNvPr id="31" name="矩形: 圆角 617"/>
            <p:cNvSpPr/>
            <p:nvPr>
              <p:custDataLst>
                <p:tags r:id="rId5"/>
              </p:custDataLst>
            </p:nvPr>
          </p:nvSpPr>
          <p:spPr>
            <a:xfrm>
              <a:off x="6205" y="3264"/>
              <a:ext cx="6736" cy="7155"/>
            </a:xfrm>
            <a:prstGeom prst="roundRect">
              <a:avLst>
                <a:gd name="adj" fmla="val 1933"/>
              </a:avLst>
            </a:prstGeom>
            <a:ln w="6350">
              <a:gradFill>
                <a:gsLst>
                  <a:gs pos="48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1">
                      <a:alpha val="10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 pitchFamily="34" charset="0"/>
                  <a:ea typeface="+mn-ea"/>
                  <a:cs typeface="+mn-ea"/>
                </a:defRPr>
              </a:lvl9pPr>
            </a:lstStyle>
            <a:p>
              <a:pPr lvl="0" algn="ctr" fontAlgn="auto">
                <a:lnSpc>
                  <a:spcPct val="120000"/>
                </a:lnSpc>
                <a:buClrTx/>
                <a:buSzTx/>
                <a:buFontTx/>
                <a:defRPr/>
              </a:pPr>
              <a:endParaRPr lang="zh-CN" altLang="en-US" sz="220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569" y="3033"/>
              <a:ext cx="5982" cy="43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shade val="50000"/>
                </a:schemeClr>
              </a:solidFill>
              <a:prstDash val="solid"/>
            </a:ln>
            <a:effectLst>
              <a:outerShdw blurRad="63500" sx="105000" sy="105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lvl="0" algn="ctr" defTabSz="914400" eaLnBrk="1" fontAlgn="auto" hangingPunct="1">
                <a:buClrTx/>
                <a:buSzTx/>
                <a:buFontTx/>
              </a:pPr>
              <a:r>
                <a:rPr lang="zh-CN" altLang="en-US" sz="1400" b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智能体核心</a:t>
              </a:r>
              <a:r>
                <a:rPr lang="zh-CN" altLang="en-US" sz="1400" b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能力</a:t>
              </a:r>
              <a:endPara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 rot="0">
              <a:off x="6312" y="3871"/>
              <a:ext cx="6521" cy="1702"/>
              <a:chOff x="6312" y="3871"/>
              <a:chExt cx="6521" cy="1702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6312" y="3871"/>
                <a:ext cx="6312" cy="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defTabSz="914400" eaLnBrk="1" fontAlgn="auto" hangingPunct="1"/>
                <a:r>
                  <a:rPr lang="zh-CN" altLang="en-US" sz="1300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故障诊断分析：</a:t>
                </a:r>
                <a:r>
                  <a:rPr lang="zh-CN" altLang="en-US" sz="13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双线并行、精准定位、智能统计</a:t>
                </a:r>
                <a:endParaRPr lang="zh-CN" altLang="en-US" sz="13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69" y="4433"/>
                <a:ext cx="4964" cy="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 defTabSz="914400" eaLnBrk="1" fontAlgn="auto" hangingPunct="1">
                  <a:buClrTx/>
                  <a:buSzTx/>
                  <a:buFontTx/>
                </a:pP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实现：</a:t>
                </a:r>
                <a:r>
                  <a:rPr lang="zh-CN" altLang="en-US" sz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自动归档、自动融合案例、缩短耗时</a:t>
                </a:r>
                <a:r>
                  <a:rPr lang="en-US" altLang="zh-CN" sz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80%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 algn="l" defTabSz="914400" eaLnBrk="1" fontAlgn="auto" hangingPunct="1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结合RAG智能检索手册与历史案例智能统计功能，双线并行高效输出排故方案。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 rot="0">
              <a:off x="6312" y="6105"/>
              <a:ext cx="6574" cy="2043"/>
              <a:chOff x="6312" y="6060"/>
              <a:chExt cx="6574" cy="2043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6312" y="6060"/>
                <a:ext cx="6574" cy="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defTabSz="914400" eaLnBrk="1" fontAlgn="auto" hangingPunct="1"/>
                <a:r>
                  <a:rPr lang="zh-CN" altLang="en-US" sz="1300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故障归纳总结分析</a:t>
                </a:r>
                <a:r>
                  <a:rPr lang="zh-CN" altLang="en-US" sz="1300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：</a:t>
                </a:r>
                <a:r>
                  <a:rPr lang="zh-CN" altLang="en-US" sz="13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跨表归纳、根因分析、故障排序</a:t>
                </a:r>
                <a:endParaRPr lang="zh-CN" altLang="en-US" sz="13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7869" y="6625"/>
                <a:ext cx="4874" cy="1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 defTabSz="914400" eaLnBrk="1" fontAlgn="auto" hangingPunct="1">
                  <a:buClrTx/>
                  <a:buSzTx/>
                  <a:buFontTx/>
                </a:pP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实现：</a:t>
                </a:r>
                <a:r>
                  <a:rPr lang="zh-CN" altLang="en-US" sz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自动跨表查询、自动分析归类、自动总结归因</a:t>
                </a:r>
                <a:endParaRPr lang="zh-CN" altLang="en-US" sz="12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 algn="l" defTabSz="914400" eaLnBrk="1" fontAlgn="auto" hangingPunct="1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深度分析历史故障库，助力更精准的统计单机高频故障，高效感知影响运行安全的关键要素。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rot="0">
              <a:off x="6463" y="8284"/>
              <a:ext cx="6875" cy="2022"/>
              <a:chOff x="6463" y="7990"/>
              <a:chExt cx="6875" cy="2022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6463" y="7990"/>
                <a:ext cx="6875" cy="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defTabSz="914400" eaLnBrk="1" fontAlgn="auto" hangingPunct="1"/>
                <a:r>
                  <a:rPr lang="zh-CN" altLang="en-US" sz="1300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手册检索快速定位</a:t>
                </a:r>
                <a:r>
                  <a:rPr lang="zh-CN" altLang="en-US" sz="1300" b="1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：</a:t>
                </a:r>
                <a:r>
                  <a:rPr lang="zh-CN" altLang="en-US" sz="13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高效定位、智能总结、图文并茂</a:t>
                </a:r>
                <a:endParaRPr lang="zh-CN" altLang="en-US" sz="13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7876" y="8705"/>
                <a:ext cx="4958" cy="1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 defTabSz="914400" eaLnBrk="1" fontAlgn="auto" hangingPunct="1">
                  <a:buClrTx/>
                  <a:buSzTx/>
                  <a:buFontTx/>
                </a:pP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实现：</a:t>
                </a:r>
                <a:r>
                  <a:rPr lang="zh-CN" altLang="en-US" sz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图片检索、图文呈现、返回迅速</a:t>
                </a:r>
                <a:endParaRPr lang="zh-CN" altLang="en-US" sz="12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 algn="l" defTabSz="914400" eaLnBrk="1" fontAlgn="auto" hangingPunct="1">
                  <a:buClrTx/>
                  <a:buSzTx/>
                  <a:buFontTx/>
                </a:pPr>
                <a:r>
                  <a:rPr lang="zh-CN" altLang="en-US" sz="12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深入学习行业相关手册，实现零部件快速查找与定位，实现替换件、供应商信息的快速抓取，助力运行支持效能提升。</a:t>
                </a:r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63" y="4527"/>
              <a:ext cx="1255" cy="1235"/>
            </a:xfrm>
            <a:prstGeom prst="rect">
              <a:avLst/>
            </a:prstGeom>
          </p:spPr>
        </p:pic>
        <p:pic>
          <p:nvPicPr>
            <p:cNvPr id="79" name="图片 78" descr="图示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1" y="8989"/>
              <a:ext cx="1248" cy="1259"/>
            </a:xfrm>
            <a:prstGeom prst="rect">
              <a:avLst/>
            </a:prstGeom>
          </p:spPr>
        </p:pic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71" y="6810"/>
              <a:ext cx="1248" cy="1228"/>
            </a:xfrm>
            <a:prstGeom prst="rect">
              <a:avLst/>
            </a:prstGeom>
          </p:spPr>
        </p:pic>
      </p:grpSp>
      <p:sp>
        <p:nvSpPr>
          <p:cNvPr id="23" name="矩形: 圆角 617"/>
          <p:cNvSpPr/>
          <p:nvPr>
            <p:custDataLst>
              <p:tags r:id="rId9"/>
            </p:custDataLst>
          </p:nvPr>
        </p:nvSpPr>
        <p:spPr>
          <a:xfrm>
            <a:off x="7905750" y="4866005"/>
            <a:ext cx="3990340" cy="1750060"/>
          </a:xfrm>
          <a:prstGeom prst="roundRect">
            <a:avLst>
              <a:gd name="adj" fmla="val 5598"/>
            </a:avLst>
          </a:prstGeom>
          <a:ln w="6350">
            <a:gradFill>
              <a:gsLst>
                <a:gs pos="48000">
                  <a:schemeClr val="accent2">
                    <a:lumMod val="20000"/>
                    <a:lumOff val="80000"/>
                  </a:schemeClr>
                </a:gs>
                <a:gs pos="0">
                  <a:schemeClr val="accent1">
                    <a:alpha val="10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Arial" panose="020B0604020202020204" pitchFamily="34" charset="0"/>
                <a:ea typeface="+mn-ea"/>
                <a:cs typeface="+mn-ea"/>
              </a:defRPr>
            </a:lvl9pPr>
          </a:lstStyle>
          <a:p>
            <a:pPr lvl="0" algn="ctr" fontAlgn="auto">
              <a:lnSpc>
                <a:spcPct val="120000"/>
              </a:lnSpc>
              <a:buClrTx/>
              <a:buSzTx/>
              <a:buFontTx/>
              <a:defRPr/>
            </a:pPr>
            <a:endParaRPr lang="zh-CN" altLang="en-US" sz="220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032115" y="4705985"/>
            <a:ext cx="3720465" cy="27559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63500" sx="105000" sy="105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 defTabSz="914400" eaLnBrk="1" fontAlgn="auto" hangingPunct="1">
              <a:buClrTx/>
              <a:buSzTx/>
              <a:buFontTx/>
            </a:pP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典型案例</a:t>
            </a: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904480" y="5057140"/>
            <a:ext cx="1378585" cy="1486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defTabSz="914400" eaLnBrk="1" fontAlgn="auto" hangingPunct="1">
              <a:lnSpc>
                <a:spcPct val="120000"/>
              </a:lnSpc>
              <a:buClr>
                <a:srgbClr val="C00000"/>
              </a:buClr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商飞民机运维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0" defTabSz="914400" eaLnBrk="1" fontAlgn="auto" hangingPunct="1">
              <a:lnSpc>
                <a:spcPct val="120000"/>
              </a:lnSpc>
              <a:buClr>
                <a:srgbClr val="C00000"/>
              </a:buClr>
              <a:buNone/>
            </a:pP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</a:rPr>
              <a:t>提供了航线故障诊断、单机高频故障分析、</a:t>
            </a: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</a:rPr>
              <a:t>AIPC/SSM</a:t>
            </a: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</a:rPr>
              <a:t>手册查询等应用智能体。</a:t>
            </a:r>
            <a:endParaRPr lang="zh-CN" alt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05595" y="5057140"/>
            <a:ext cx="1390650" cy="1355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defTabSz="914400" eaLnBrk="1" fontAlgn="auto" hangingPunct="1">
              <a:lnSpc>
                <a:spcPct val="120000"/>
              </a:lnSpc>
              <a:buClr>
                <a:srgbClr val="C00000"/>
              </a:buClr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、智己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汽车售后服务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 eaLnBrk="1" fontAlgn="auto" hangingPunct="1">
              <a:lnSpc>
                <a:spcPct val="120000"/>
              </a:lnSpc>
              <a:buClr>
                <a:srgbClr val="C00000"/>
              </a:buClr>
              <a:buSzTx/>
              <a:buFontTx/>
              <a:buNone/>
            </a:pP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提供了汽车部件的故障诊断、设备维修、故障诊断、质量排故等应用智能体。</a:t>
            </a:r>
            <a:endParaRPr lang="zh-CN" alt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528935" y="5057140"/>
            <a:ext cx="1390650" cy="1355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defTabSz="914400" eaLnBrk="1" fontAlgn="auto" hangingPunct="1">
              <a:lnSpc>
                <a:spcPct val="120000"/>
              </a:lnSpc>
              <a:buClr>
                <a:srgbClr val="C00000"/>
              </a:buClr>
              <a:buNone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、电气风电行业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 eaLnBrk="1" fontAlgn="auto" hangingPunct="1">
              <a:lnSpc>
                <a:spcPct val="120000"/>
              </a:lnSpc>
              <a:buClr>
                <a:srgbClr val="C00000"/>
              </a:buClr>
              <a:buSzTx/>
              <a:buFontTx/>
              <a:buNone/>
            </a:pP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依托风电垂类大模型，实现 AI 赋能故障诊断与运维助手，从而全面提升风机运维效率与可靠性的项目应用示范。</a:t>
            </a:r>
            <a:endParaRPr lang="zh-CN" alt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"/>
          <p:cNvGrpSpPr/>
          <p:nvPr/>
        </p:nvGrpSpPr>
        <p:grpSpPr>
          <a:xfrm>
            <a:off x="1322705" y="6328410"/>
            <a:ext cx="9422130" cy="476885"/>
            <a:chOff x="358" y="9852"/>
            <a:chExt cx="14838" cy="751"/>
          </a:xfrm>
        </p:grpSpPr>
        <p:sp>
          <p:nvSpPr>
            <p:cNvPr id="1048685" name="圆角矩形 50"/>
            <p:cNvSpPr/>
            <p:nvPr>
              <p:custDataLst>
                <p:tags r:id="rId1"/>
              </p:custDataLst>
            </p:nvPr>
          </p:nvSpPr>
          <p:spPr>
            <a:xfrm>
              <a:off x="358" y="9852"/>
              <a:ext cx="708" cy="751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底座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算力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686" name="矩形 20"/>
            <p:cNvSpPr/>
            <p:nvPr>
              <p:custDataLst>
                <p:tags r:id="rId2"/>
              </p:custDataLst>
            </p:nvPr>
          </p:nvSpPr>
          <p:spPr>
            <a:xfrm>
              <a:off x="1279" y="9853"/>
              <a:ext cx="13917" cy="74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8687" name="AutoShape 29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607" y="9869"/>
              <a:ext cx="2867" cy="67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 defTabSz="514350" eaLnBrk="1" fontAlgn="base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i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智数：</a:t>
              </a:r>
              <a:r>
                <a:rPr kumimoji="1" 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本地化部署</a:t>
              </a:r>
              <a:endPara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514350" eaLnBrk="1" fontAlgn="base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altLang="en-US" sz="1000" b="1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校园</a:t>
              </a:r>
              <a:r>
                <a:rPr kumimoji="1" lang="en-US" altLang="zh-CN" sz="1000" b="1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自有算力</a:t>
              </a:r>
              <a:endParaRPr kumimoji="1" lang="en-US" altLang="zh-CN" sz="1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8688" name="AutoShape 29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752" y="9869"/>
              <a:ext cx="2594" cy="679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 defTabSz="514350" eaLnBrk="1" fontAlgn="base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i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智数：</a:t>
              </a:r>
              <a:r>
                <a:rPr kumimoji="1" 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云服务</a:t>
              </a:r>
              <a:endPara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514350" eaLnBrk="1" fontAlgn="base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000" b="1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联通云</a:t>
              </a:r>
              <a:r>
                <a:rPr kumimoji="1" lang="en-US" altLang="zh-CN" sz="1000" b="1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1+X+N</a:t>
              </a:r>
              <a:endParaRPr kumimoji="1" lang="en-US" altLang="zh-CN" sz="1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8689" name="AutoShape 29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2209" y="9869"/>
              <a:ext cx="2333" cy="61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 defTabSz="514350" eaLnBrk="1" fontAlgn="base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i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智数：</a:t>
              </a:r>
              <a:r>
                <a:rPr kumimoji="1" 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新量纲</a:t>
              </a:r>
              <a:endPara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514350" eaLnBrk="1" fontAlgn="base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000" b="1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tokens计费</a:t>
              </a:r>
              <a:endParaRPr kumimoji="1" lang="zh-CN" sz="1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2" name="组合 36"/>
          <p:cNvGrpSpPr/>
          <p:nvPr/>
        </p:nvGrpSpPr>
        <p:grpSpPr>
          <a:xfrm>
            <a:off x="1322705" y="1335405"/>
            <a:ext cx="9417050" cy="499745"/>
            <a:chOff x="2083" y="1963"/>
            <a:chExt cx="14830" cy="787"/>
          </a:xfrm>
        </p:grpSpPr>
        <p:sp>
          <p:nvSpPr>
            <p:cNvPr id="1048690" name="圆角矩形 50"/>
            <p:cNvSpPr/>
            <p:nvPr>
              <p:custDataLst>
                <p:tags r:id="rId6"/>
              </p:custDataLst>
            </p:nvPr>
          </p:nvSpPr>
          <p:spPr>
            <a:xfrm>
              <a:off x="2083" y="1963"/>
              <a:ext cx="708" cy="787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门户统一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48691" name="矩形 90"/>
            <p:cNvSpPr/>
            <p:nvPr>
              <p:custDataLst>
                <p:tags r:id="rId7"/>
              </p:custDataLst>
            </p:nvPr>
          </p:nvSpPr>
          <p:spPr>
            <a:xfrm>
              <a:off x="3003" y="1972"/>
              <a:ext cx="13910" cy="7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8692" name="文本框 91"/>
            <p:cNvSpPr txBox="1"/>
            <p:nvPr/>
          </p:nvSpPr>
          <p:spPr>
            <a:xfrm>
              <a:off x="3386" y="2120"/>
              <a:ext cx="184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defTabSz="914400" eaLnBrk="1" fontAlgn="base" hangingPunct="1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统一门户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693" name="文本框 92"/>
            <p:cNvSpPr txBox="1"/>
            <p:nvPr/>
          </p:nvSpPr>
          <p:spPr>
            <a:xfrm>
              <a:off x="6908" y="2120"/>
              <a:ext cx="21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defTabSz="914400" eaLnBrk="1" fontAlgn="base" hangingPunct="1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多终端支持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694" name="文本框 93"/>
            <p:cNvSpPr txBox="1"/>
            <p:nvPr/>
          </p:nvSpPr>
          <p:spPr>
            <a:xfrm>
              <a:off x="10825" y="2120"/>
              <a:ext cx="225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defTabSz="914400" eaLnBrk="1" fontAlgn="base" hangingPunct="1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校园系统对接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695" name="文本框 94"/>
            <p:cNvSpPr txBox="1"/>
            <p:nvPr/>
          </p:nvSpPr>
          <p:spPr>
            <a:xfrm>
              <a:off x="14910" y="2120"/>
              <a:ext cx="177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defTabSz="914400" eaLnBrk="1" fontAlgn="base" hangingPunct="1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统一账号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8696" name="矩形 45"/>
          <p:cNvSpPr/>
          <p:nvPr>
            <p:custDataLst>
              <p:tags r:id="rId8"/>
            </p:custDataLst>
          </p:nvPr>
        </p:nvSpPr>
        <p:spPr>
          <a:xfrm>
            <a:off x="10988675" y="1323975"/>
            <a:ext cx="637540" cy="5478145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p>
            <a:pPr lvl="0" algn="ctr" defTabSz="914400" eaLnBrk="1" fontAlgn="base" hangingPunct="1">
              <a:lnSpc>
                <a:spcPct val="120000"/>
              </a:lnSpc>
              <a:buClrTx/>
              <a:buSzTx/>
              <a:buFontTx/>
            </a:pPr>
            <a:endParaRPr lang="en-US" altLang="zh-CN" sz="1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8697" name="矩形: 圆角 17"/>
          <p:cNvSpPr/>
          <p:nvPr/>
        </p:nvSpPr>
        <p:spPr>
          <a:xfrm>
            <a:off x="11027410" y="2100580"/>
            <a:ext cx="449580" cy="81724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统一身份认证平台</a:t>
            </a:r>
            <a:endParaRPr 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698" name="矩形: 圆角 17"/>
          <p:cNvSpPr/>
          <p:nvPr/>
        </p:nvSpPr>
        <p:spPr>
          <a:xfrm>
            <a:off x="11027410" y="3844290"/>
            <a:ext cx="449580" cy="3498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OA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699" name="矩形: 圆角 17"/>
          <p:cNvSpPr/>
          <p:nvPr/>
        </p:nvSpPr>
        <p:spPr>
          <a:xfrm>
            <a:off x="11027410" y="4482465"/>
            <a:ext cx="449580" cy="3498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财务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700" name="矩形: 圆角 17"/>
          <p:cNvSpPr/>
          <p:nvPr/>
        </p:nvSpPr>
        <p:spPr>
          <a:xfrm>
            <a:off x="11027410" y="5120640"/>
            <a:ext cx="449580" cy="3498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教学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701" name="矩形: 圆角 17"/>
          <p:cNvSpPr/>
          <p:nvPr/>
        </p:nvSpPr>
        <p:spPr>
          <a:xfrm>
            <a:off x="11027410" y="5758815"/>
            <a:ext cx="449580" cy="3498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教务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702" name="矩形: 圆角 17"/>
          <p:cNvSpPr/>
          <p:nvPr/>
        </p:nvSpPr>
        <p:spPr>
          <a:xfrm>
            <a:off x="11027410" y="6396990"/>
            <a:ext cx="449580" cy="3498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安防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703" name="矩形: 圆角 17"/>
          <p:cNvSpPr/>
          <p:nvPr/>
        </p:nvSpPr>
        <p:spPr>
          <a:xfrm>
            <a:off x="11027410" y="3206115"/>
            <a:ext cx="449580" cy="3498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门户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704" name="文本框 109"/>
          <p:cNvSpPr txBox="1"/>
          <p:nvPr/>
        </p:nvSpPr>
        <p:spPr>
          <a:xfrm>
            <a:off x="10988675" y="1412240"/>
            <a:ext cx="650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914400" eaLnBrk="1" fontAlgn="base" hangingPunct="1"/>
            <a:r>
              <a: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高校平台</a:t>
            </a:r>
            <a:endParaRPr lang="zh-CN"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3" name="组合 1"/>
          <p:cNvGrpSpPr/>
          <p:nvPr/>
        </p:nvGrpSpPr>
        <p:grpSpPr>
          <a:xfrm>
            <a:off x="11710670" y="1323975"/>
            <a:ext cx="391795" cy="5477510"/>
            <a:chOff x="18442" y="2085"/>
            <a:chExt cx="617" cy="8626"/>
          </a:xfrm>
        </p:grpSpPr>
        <p:sp>
          <p:nvSpPr>
            <p:cNvPr id="1048705" name="矩形 44"/>
            <p:cNvSpPr/>
            <p:nvPr>
              <p:custDataLst>
                <p:tags r:id="rId9"/>
              </p:custDataLst>
            </p:nvPr>
          </p:nvSpPr>
          <p:spPr>
            <a:xfrm>
              <a:off x="18442" y="2085"/>
              <a:ext cx="510" cy="862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8706" name="文本框 111"/>
            <p:cNvSpPr txBox="1"/>
            <p:nvPr/>
          </p:nvSpPr>
          <p:spPr>
            <a:xfrm>
              <a:off x="18443" y="4101"/>
              <a:ext cx="616" cy="4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中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国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联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通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人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工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智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能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安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全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防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护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平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defTabSz="914400" eaLnBrk="1" fontAlgn="base" hangingPunct="1"/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台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8707" name="等腰三角形 113"/>
          <p:cNvSpPr/>
          <p:nvPr/>
        </p:nvSpPr>
        <p:spPr>
          <a:xfrm rot="16200000">
            <a:off x="8131810" y="3973195"/>
            <a:ext cx="5427345" cy="14351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base" hangingPunct="1"/>
            <a:endParaRPr lang="zh-CN" altLang="en-US" sz="1800" b="1"/>
          </a:p>
        </p:txBody>
      </p:sp>
      <p:grpSp>
        <p:nvGrpSpPr>
          <p:cNvPr id="84" name="组合 29"/>
          <p:cNvGrpSpPr/>
          <p:nvPr/>
        </p:nvGrpSpPr>
        <p:grpSpPr>
          <a:xfrm>
            <a:off x="1322705" y="5279390"/>
            <a:ext cx="9410700" cy="966470"/>
            <a:chOff x="2083" y="8331"/>
            <a:chExt cx="14820" cy="1522"/>
          </a:xfrm>
        </p:grpSpPr>
        <p:sp>
          <p:nvSpPr>
            <p:cNvPr id="1048708" name="圆角矩形 50"/>
            <p:cNvSpPr/>
            <p:nvPr>
              <p:custDataLst>
                <p:tags r:id="rId10"/>
              </p:custDataLst>
            </p:nvPr>
          </p:nvSpPr>
          <p:spPr>
            <a:xfrm>
              <a:off x="2083" y="8342"/>
              <a:ext cx="708" cy="1511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709" name="矩形 12"/>
            <p:cNvSpPr/>
            <p:nvPr>
              <p:custDataLst>
                <p:tags r:id="rId11"/>
              </p:custDataLst>
            </p:nvPr>
          </p:nvSpPr>
          <p:spPr>
            <a:xfrm>
              <a:off x="3017" y="8331"/>
              <a:ext cx="5998" cy="15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8710" name="矩形 2"/>
            <p:cNvSpPr/>
            <p:nvPr>
              <p:custDataLst>
                <p:tags r:id="rId12"/>
              </p:custDataLst>
            </p:nvPr>
          </p:nvSpPr>
          <p:spPr>
            <a:xfrm>
              <a:off x="9145" y="8331"/>
              <a:ext cx="7758" cy="152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8711" name="矩形 293"/>
            <p:cNvSpPr/>
            <p:nvPr>
              <p:custDataLst>
                <p:tags r:id="rId13"/>
              </p:custDataLst>
            </p:nvPr>
          </p:nvSpPr>
          <p:spPr>
            <a:xfrm>
              <a:off x="9195" y="8335"/>
              <a:ext cx="4102" cy="45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algn="l" defTabSz="846455" eaLnBrk="1" fontAlgn="base" hangingPunct="1">
                <a:lnSpc>
                  <a:spcPct val="150000"/>
                </a:lnSpc>
                <a:buClr>
                  <a:srgbClr val="C00000"/>
                </a:buClr>
              </a:pPr>
              <a:r>
                <a:rPr lang="zh-CN" altLang="en-US" sz="1400" b="1" i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智数：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多模共生”元景模型家族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134</a:t>
              </a: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个</a:t>
              </a:r>
              <a:endParaRPr lang="zh-CN" alt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2" name="矩形: 圆角 17"/>
            <p:cNvSpPr/>
            <p:nvPr/>
          </p:nvSpPr>
          <p:spPr>
            <a:xfrm>
              <a:off x="9265" y="8952"/>
              <a:ext cx="3957" cy="82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语言、视觉、语音全模态大模型</a:t>
              </a:r>
              <a:endPara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攻关自适应慢思考、非对称</a:t>
              </a:r>
              <a:r>
                <a:rPr lang="en-US" altLang="zh-CN" sz="1000" b="1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MoE</a:t>
              </a: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关键技术</a:t>
              </a:r>
              <a:endParaRPr lang="zh-CN" alt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3" name="矩形 295"/>
            <p:cNvSpPr/>
            <p:nvPr>
              <p:custDataLst>
                <p:tags r:id="rId14"/>
              </p:custDataLst>
            </p:nvPr>
          </p:nvSpPr>
          <p:spPr>
            <a:xfrm>
              <a:off x="13354" y="8335"/>
              <a:ext cx="3074" cy="48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algn="ctr" defTabSz="846455" eaLnBrk="1" fontAlgn="base" hangingPunct="1">
                <a:lnSpc>
                  <a:spcPct val="150000"/>
                </a:lnSpc>
                <a:buClr>
                  <a:srgbClr val="C00000"/>
                </a:buClr>
                <a:buSzTx/>
                <a:buFontTx/>
              </a:pPr>
              <a:r>
                <a:rPr lang="zh-CN" altLang="en-US" sz="1400" b="1" i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智数：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行业模型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40+</a:t>
              </a:r>
              <a:endParaRPr lang="zh-CN" alt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4" name="矩形: 圆角 17"/>
            <p:cNvSpPr/>
            <p:nvPr/>
          </p:nvSpPr>
          <p:spPr>
            <a:xfrm>
              <a:off x="13318" y="8952"/>
              <a:ext cx="3554" cy="82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教育学科模型，元景客服大模型</a:t>
              </a:r>
              <a:endPara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获得吴文俊人工智能科学技术奖</a:t>
              </a:r>
              <a:endParaRPr lang="zh-CN" alt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5" name="矩形 4"/>
            <p:cNvSpPr/>
            <p:nvPr>
              <p:custDataLst>
                <p:tags r:id="rId15"/>
              </p:custDataLst>
            </p:nvPr>
          </p:nvSpPr>
          <p:spPr>
            <a:xfrm>
              <a:off x="3136" y="8335"/>
              <a:ext cx="2838" cy="45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algn="ctr" defTabSz="846455" eaLnBrk="1" fontAlgn="base" hangingPunct="1">
                <a:lnSpc>
                  <a:spcPct val="150000"/>
                </a:lnSpc>
                <a:buClr>
                  <a:srgbClr val="C00000"/>
                </a:buClr>
              </a:pPr>
              <a:r>
                <a:rPr lang="zh-CN" altLang="en-US" sz="1400" b="1" i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智数：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万象数据集工程平台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6" name="矩形 5"/>
            <p:cNvSpPr/>
            <p:nvPr>
              <p:custDataLst>
                <p:tags r:id="rId16"/>
              </p:custDataLst>
            </p:nvPr>
          </p:nvSpPr>
          <p:spPr>
            <a:xfrm>
              <a:off x="5975" y="8335"/>
              <a:ext cx="3074" cy="48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algn="ctr" defTabSz="846455" eaLnBrk="1" fontAlgn="base" hangingPunct="1">
                <a:lnSpc>
                  <a:spcPct val="150000"/>
                </a:lnSpc>
                <a:buClr>
                  <a:srgbClr val="C00000"/>
                </a:buClr>
              </a:pPr>
              <a:r>
                <a:rPr lang="zh-CN" altLang="en-US" sz="1400" b="1" i="1" dirty="0">
                  <a:solidFill>
                    <a:srgbClr val="C000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智数：</a:t>
              </a:r>
              <a:r>
                <a:rPr 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教育高质量数据集</a:t>
              </a:r>
              <a:endPara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7" name="矩形: 圆角 17"/>
            <p:cNvSpPr/>
            <p:nvPr/>
          </p:nvSpPr>
          <p:spPr>
            <a:xfrm>
              <a:off x="3094" y="8952"/>
              <a:ext cx="2816" cy="82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en-US" altLang="zh-CN" sz="9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“</a:t>
              </a:r>
              <a:r>
                <a:rPr lang="zh-CN" altLang="en-US" sz="9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采治构测用安</a:t>
              </a:r>
              <a:r>
                <a:rPr lang="en-US" altLang="zh-CN" sz="9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”</a:t>
              </a:r>
              <a:r>
                <a:rPr lang="zh-CN" altLang="en-US" sz="95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全生命流程</a:t>
              </a:r>
              <a:endParaRPr lang="zh-CN" altLang="en-US" sz="95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全面提速、提质、提信</a:t>
              </a:r>
              <a:endPara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18" name="矩形: 圆角 17"/>
            <p:cNvSpPr/>
            <p:nvPr/>
          </p:nvSpPr>
          <p:spPr>
            <a:xfrm>
              <a:off x="6199" y="8952"/>
              <a:ext cx="2664" cy="82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教学数据：教材、课程</a:t>
              </a:r>
              <a:endPara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科研数据：论文、实验</a:t>
              </a:r>
              <a:endPara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5" name="组合 28"/>
          <p:cNvGrpSpPr/>
          <p:nvPr/>
        </p:nvGrpSpPr>
        <p:grpSpPr>
          <a:xfrm>
            <a:off x="1322705" y="3983990"/>
            <a:ext cx="9430385" cy="1205865"/>
            <a:chOff x="2083" y="6274"/>
            <a:chExt cx="14851" cy="1899"/>
          </a:xfrm>
        </p:grpSpPr>
        <p:sp>
          <p:nvSpPr>
            <p:cNvPr id="1048719" name="圆角矩形 50"/>
            <p:cNvSpPr/>
            <p:nvPr>
              <p:custDataLst>
                <p:tags r:id="rId17"/>
              </p:custDataLst>
            </p:nvPr>
          </p:nvSpPr>
          <p:spPr>
            <a:xfrm>
              <a:off x="2083" y="6274"/>
              <a:ext cx="708" cy="1899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一体化服务平台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  <a:p>
              <a:pPr algn="ctr" defTabSz="914400" eaLnBrk="1" fontAlgn="base" hangingPunct="1"/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智数：</a:t>
              </a:r>
              <a:r>
                <a:rPr lang="en-US" altLang="zh-CN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AI</a:t>
              </a:r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教育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8720" name="矩形 16"/>
            <p:cNvSpPr/>
            <p:nvPr>
              <p:custDataLst>
                <p:tags r:id="rId18"/>
              </p:custDataLst>
            </p:nvPr>
          </p:nvSpPr>
          <p:spPr>
            <a:xfrm>
              <a:off x="3017" y="6335"/>
              <a:ext cx="13917" cy="183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8721" name="矩形 17"/>
            <p:cNvSpPr/>
            <p:nvPr>
              <p:custDataLst>
                <p:tags r:id="rId19"/>
              </p:custDataLst>
            </p:nvPr>
          </p:nvSpPr>
          <p:spPr>
            <a:xfrm>
              <a:off x="3386" y="6336"/>
              <a:ext cx="3694" cy="823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marL="0" algn="ctr" defTabSz="846455" eaLnBrk="1" fontAlgn="base" latinLnBrk="0" hangingPunct="1">
                <a:lnSpc>
                  <a:spcPct val="120000"/>
                </a:lnSpc>
                <a:buClr>
                  <a:srgbClr val="C00000"/>
                </a:buClr>
                <a:buSzTx/>
                <a:buFontTx/>
              </a:pP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“选-改-用”工具链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0" indent="0" algn="ctr" defTabSz="846455" eaLnBrk="1" fontAlgn="base" latinLnBrk="0" hangingPunct="1">
                <a:lnSpc>
                  <a:spcPct val="120000"/>
                </a:lnSpc>
                <a:buClr>
                  <a:srgbClr val="C00000"/>
                </a:buClr>
                <a:buSzTx/>
                <a:buFontTx/>
              </a:pP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让人人都能开发模型</a:t>
              </a:r>
              <a:endPara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48722" name="矩形 18"/>
            <p:cNvSpPr/>
            <p:nvPr>
              <p:custDataLst>
                <p:tags r:id="rId20"/>
              </p:custDataLst>
            </p:nvPr>
          </p:nvSpPr>
          <p:spPr>
            <a:xfrm>
              <a:off x="8063" y="6336"/>
              <a:ext cx="3957" cy="7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algn="ctr" defTabSz="846455" eaLnBrk="1" fontAlgn="base" hangingPunct="1">
                <a:lnSpc>
                  <a:spcPct val="120000"/>
                </a:lnSpc>
                <a:buClr>
                  <a:srgbClr val="C00000"/>
                </a:buClr>
                <a:buSzTx/>
                <a:buFontTx/>
              </a:pP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RAG工具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 defTabSz="846455" eaLnBrk="1" fontAlgn="base" hangingPunct="1">
                <a:lnSpc>
                  <a:spcPct val="120000"/>
                </a:lnSpc>
                <a:buClr>
                  <a:srgbClr val="C00000"/>
                </a:buClr>
                <a:buSzTx/>
                <a:buFontTx/>
              </a:pP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在复杂场景比开源精度高20%</a:t>
              </a:r>
              <a:endParaRPr lang="en-US" altLang="zh-CN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48723" name="矩形 19"/>
            <p:cNvSpPr/>
            <p:nvPr>
              <p:custDataLst>
                <p:tags r:id="rId21"/>
              </p:custDataLst>
            </p:nvPr>
          </p:nvSpPr>
          <p:spPr>
            <a:xfrm>
              <a:off x="13003" y="6336"/>
              <a:ext cx="3227" cy="741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77942" tIns="38971" rIns="77942" bIns="38971" numCol="1" rtlCol="0" anchor="t" anchorCtr="0" compatLnSpc="1">
              <a:noAutofit/>
            </a:bodyPr>
            <a:p>
              <a:pPr algn="ctr" defTabSz="846455" eaLnBrk="1" fontAlgn="base" hangingPunct="1">
                <a:lnSpc>
                  <a:spcPct val="120000"/>
                </a:lnSpc>
                <a:buClr>
                  <a:srgbClr val="C00000"/>
                </a:buClr>
                <a:buSzTx/>
                <a:buFontTx/>
              </a:pP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智能体</a:t>
              </a:r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开发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工具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 defTabSz="846455" eaLnBrk="1" fontAlgn="base" hangingPunct="1">
                <a:lnSpc>
                  <a:spcPct val="120000"/>
                </a:lnSpc>
                <a:buClr>
                  <a:srgbClr val="C00000"/>
                </a:buClr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低代码</a:t>
              </a:r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0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代码智能应用创建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24" name="矩形: 圆角 17"/>
            <p:cNvSpPr/>
            <p:nvPr/>
          </p:nvSpPr>
          <p:spPr>
            <a:xfrm>
              <a:off x="3250" y="7118"/>
              <a:ext cx="3957" cy="98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快速选模型及数据集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快速训练行业模型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快速提升模型使用效果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48725" name="矩形: 圆角 17"/>
            <p:cNvSpPr/>
            <p:nvPr/>
          </p:nvSpPr>
          <p:spPr>
            <a:xfrm>
              <a:off x="7843" y="7118"/>
              <a:ext cx="3957" cy="98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认得出：快速构建高效的知识库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找得到：快速提高检索召回率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答得准：快速提高问答准确率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48726" name="矩形: 圆角 17"/>
            <p:cNvSpPr/>
            <p:nvPr/>
          </p:nvSpPr>
          <p:spPr>
            <a:xfrm>
              <a:off x="12436" y="7118"/>
              <a:ext cx="3957" cy="98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headEnd type="none" w="med" len="med"/>
              <a:tailEnd type="none" w="med" len="med"/>
            </a:ln>
          </p:spPr>
          <p:txBody>
            <a:bodyPr vert="horz" wrap="square" lIns="67720" tIns="33860" rIns="67720" bIns="33860" numCol="1" rtlCol="0" anchor="ctr" anchorCtr="0" compatLnSpc="1">
              <a:noAutofit/>
            </a:bodyPr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快速打造个性化应用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灵活定制贴合实际场景的智能体应用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 defTabSz="914400" eaLnBrk="1" fontAlgn="base" hangingPunct="1">
                <a:lnSpc>
                  <a:spcPts val="1400"/>
                </a:lnSpc>
                <a:buClrTx/>
                <a:buSzTx/>
                <a:buFontTx/>
              </a:pPr>
              <a:r>
                <a:rPr lang="zh-CN" altLang="en-US" sz="10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MCP、提示词优化等效率提升</a:t>
              </a:r>
              <a:endParaRPr lang="zh-CN" altLang="en-US" sz="1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6" name="组合 34"/>
          <p:cNvGrpSpPr/>
          <p:nvPr/>
        </p:nvGrpSpPr>
        <p:grpSpPr>
          <a:xfrm>
            <a:off x="1322705" y="1912620"/>
            <a:ext cx="9422130" cy="2028190"/>
            <a:chOff x="2083" y="2899"/>
            <a:chExt cx="14838" cy="3194"/>
          </a:xfrm>
        </p:grpSpPr>
        <p:sp>
          <p:nvSpPr>
            <p:cNvPr id="1048727" name="圆角矩形 50"/>
            <p:cNvSpPr/>
            <p:nvPr>
              <p:custDataLst>
                <p:tags r:id="rId22"/>
              </p:custDataLst>
            </p:nvPr>
          </p:nvSpPr>
          <p:spPr>
            <a:xfrm>
              <a:off x="2083" y="2899"/>
              <a:ext cx="708" cy="3194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base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助力教</a:t>
              </a:r>
              <a:r>
                <a:rPr lang="en-US" altLang="zh-CN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学</a:t>
              </a:r>
              <a:r>
                <a:rPr lang="en-US" altLang="zh-CN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管</a:t>
              </a:r>
              <a:r>
                <a:rPr lang="en-US" altLang="zh-CN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评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48728" name="矩形 27"/>
            <p:cNvSpPr/>
            <p:nvPr>
              <p:custDataLst>
                <p:tags r:id="rId23"/>
              </p:custDataLst>
            </p:nvPr>
          </p:nvSpPr>
          <p:spPr>
            <a:xfrm>
              <a:off x="2977" y="2899"/>
              <a:ext cx="13945" cy="3195"/>
            </a:xfrm>
            <a:prstGeom prst="rect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base" hangingPunct="1">
                <a:lnSpc>
                  <a:spcPct val="120000"/>
                </a:lnSpc>
                <a:buClrTx/>
                <a:buSzTx/>
                <a:buFontTx/>
              </a:pP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1048729" name="文本框 37"/>
          <p:cNvSpPr txBox="1"/>
          <p:nvPr/>
        </p:nvSpPr>
        <p:spPr>
          <a:xfrm>
            <a:off x="128905" y="5631815"/>
            <a:ext cx="1203325" cy="1235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资源整合层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endParaRPr lang="zh-CN" altLang="en-US" sz="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海量标准知识燃料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高效易用动力引擎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730" name="文本框 38"/>
          <p:cNvSpPr txBox="1"/>
          <p:nvPr/>
        </p:nvSpPr>
        <p:spPr>
          <a:xfrm>
            <a:off x="8712835" y="2011045"/>
            <a:ext cx="2072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914400" eaLnBrk="1" fontAlgn="base" hangingPunct="1">
              <a:buClrTx/>
              <a:buSzTx/>
              <a:buFontTx/>
              <a:buNone/>
            </a:pPr>
            <a:r>
              <a:rPr lang="zh-CN" altLang="en-US" sz="1400" b="1" i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智训：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实训平台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31" name="矩形: 圆角 17"/>
          <p:cNvSpPr/>
          <p:nvPr/>
        </p:nvSpPr>
        <p:spPr>
          <a:xfrm>
            <a:off x="8848090" y="2339975"/>
            <a:ext cx="1769110" cy="151638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人工智能通识教育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算力集群运维工程师实训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AIGC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应用工程师实训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具身智能实训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更多实训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....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endParaRPr lang="en-US" altLang="zh-CN" sz="6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lvl="0" indent="0" algn="ctr" defTabSz="914400" eaLnBrk="1" fontAlgn="base" latinLnBrk="0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中国联通人工智能千行百业探索实践案例赋能教育教学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48732" name="文本框 62"/>
          <p:cNvSpPr txBox="1"/>
          <p:nvPr/>
        </p:nvSpPr>
        <p:spPr>
          <a:xfrm>
            <a:off x="74930" y="3937635"/>
            <a:ext cx="1310640" cy="12350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标准开发层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endParaRPr lang="zh-CN" altLang="en-US" sz="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一站式、 零代码、 低门槛、易定制人工智能应用开发平台</a:t>
            </a:r>
            <a:endParaRPr lang="zh-CN" altLang="en-US" sz="1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33" name="文本框 65"/>
          <p:cNvSpPr txBox="1"/>
          <p:nvPr/>
        </p:nvSpPr>
        <p:spPr>
          <a:xfrm>
            <a:off x="128905" y="2538730"/>
            <a:ext cx="1203325" cy="939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教学应用层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加快教学应用开发，助力高效地教、个性地学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734" name="等腰三角形 100"/>
          <p:cNvSpPr/>
          <p:nvPr/>
        </p:nvSpPr>
        <p:spPr>
          <a:xfrm>
            <a:off x="325120" y="5311775"/>
            <a:ext cx="810260" cy="18097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base" hangingPunct="1"/>
            <a:endParaRPr lang="zh-CN" altLang="en-US" sz="1800" b="1"/>
          </a:p>
        </p:txBody>
      </p:sp>
      <p:sp>
        <p:nvSpPr>
          <p:cNvPr id="1048735" name="文本框 110"/>
          <p:cNvSpPr txBox="1"/>
          <p:nvPr/>
        </p:nvSpPr>
        <p:spPr>
          <a:xfrm>
            <a:off x="128905" y="1323975"/>
            <a:ext cx="1203325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统一展现层</a:t>
            </a:r>
            <a:endParaRPr lang="zh-CN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defTabSz="914400" eaLnBrk="1" fontAlgn="base" latinLnBrk="0" hangingPunct="1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面向教师、学生、管理端展示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736" name="等腰三角形 127"/>
          <p:cNvSpPr/>
          <p:nvPr/>
        </p:nvSpPr>
        <p:spPr>
          <a:xfrm rot="16200000">
            <a:off x="7913370" y="2948940"/>
            <a:ext cx="1637665" cy="205740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base" hangingPunct="1"/>
            <a:endParaRPr lang="zh-CN" altLang="en-US" sz="1800" b="1"/>
          </a:p>
        </p:txBody>
      </p:sp>
      <p:sp>
        <p:nvSpPr>
          <p:cNvPr id="1048737" name="等腰三角形 152"/>
          <p:cNvSpPr/>
          <p:nvPr/>
        </p:nvSpPr>
        <p:spPr>
          <a:xfrm>
            <a:off x="325120" y="3617595"/>
            <a:ext cx="810260" cy="18097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base" hangingPunct="1"/>
            <a:endParaRPr lang="zh-CN" altLang="en-US" sz="1800" b="1"/>
          </a:p>
        </p:txBody>
      </p:sp>
      <p:sp>
        <p:nvSpPr>
          <p:cNvPr id="1048738" name="等腰三角形 153"/>
          <p:cNvSpPr/>
          <p:nvPr/>
        </p:nvSpPr>
        <p:spPr>
          <a:xfrm>
            <a:off x="325120" y="2218690"/>
            <a:ext cx="810260" cy="18097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base" hangingPunct="1"/>
            <a:endParaRPr lang="zh-CN" altLang="en-US" sz="1800" b="1"/>
          </a:p>
        </p:txBody>
      </p:sp>
      <p:sp>
        <p:nvSpPr>
          <p:cNvPr id="1048739" name="矩形 154"/>
          <p:cNvSpPr/>
          <p:nvPr/>
        </p:nvSpPr>
        <p:spPr>
          <a:xfrm>
            <a:off x="1991360" y="2412365"/>
            <a:ext cx="1816100" cy="14484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lnSpc>
                <a:spcPts val="1400"/>
              </a:lnSpc>
              <a:buClrTx/>
              <a:buSzTx/>
              <a:buFontTx/>
            </a:pP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740" name="矩形 155"/>
          <p:cNvSpPr/>
          <p:nvPr/>
        </p:nvSpPr>
        <p:spPr>
          <a:xfrm>
            <a:off x="3937000" y="2412365"/>
            <a:ext cx="1816100" cy="14484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lnSpc>
                <a:spcPts val="1400"/>
              </a:lnSpc>
              <a:buClrTx/>
              <a:buSzTx/>
              <a:buFontTx/>
            </a:pP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741" name="矩形 156"/>
          <p:cNvSpPr/>
          <p:nvPr/>
        </p:nvSpPr>
        <p:spPr>
          <a:xfrm>
            <a:off x="5882640" y="2401570"/>
            <a:ext cx="1816100" cy="14592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  <a:headEnd type="none" w="med" len="med"/>
            <a:tailEnd type="none" w="med" len="med"/>
          </a:ln>
        </p:spPr>
        <p:txBody>
          <a:bodyPr vert="horz" wrap="square" lIns="67720" tIns="33860" rIns="67720" bIns="33860" numCol="1" rtlCol="0" anchor="ctr" anchorCtr="0" compatLnSpc="1">
            <a:noAutofit/>
          </a:bodyPr>
          <a:p>
            <a:pPr lvl="0" algn="ctr" defTabSz="914400" eaLnBrk="1" fontAlgn="base" hangingPunct="1">
              <a:lnSpc>
                <a:spcPts val="1400"/>
              </a:lnSpc>
              <a:buClrTx/>
              <a:buSzTx/>
              <a:buFontTx/>
            </a:pP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742" name="文本框 157"/>
          <p:cNvSpPr txBox="1"/>
          <p:nvPr/>
        </p:nvSpPr>
        <p:spPr>
          <a:xfrm>
            <a:off x="2199640" y="2011045"/>
            <a:ext cx="152019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defTabSz="914400" eaLnBrk="1" fontAlgn="base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AI For Student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743" name="文本框 158"/>
          <p:cNvSpPr txBox="1"/>
          <p:nvPr/>
        </p:nvSpPr>
        <p:spPr>
          <a:xfrm>
            <a:off x="4154805" y="2011045"/>
            <a:ext cx="1520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 defTabSz="914400" eaLnBrk="1" fontAlgn="base" hangingPunct="1">
              <a:buClrTx/>
              <a:buSzTx/>
              <a:buFontTx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For School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44" name="文本框 159"/>
          <p:cNvSpPr txBox="1"/>
          <p:nvPr/>
        </p:nvSpPr>
        <p:spPr>
          <a:xfrm>
            <a:off x="6042025" y="2011045"/>
            <a:ext cx="1520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914400" eaLnBrk="1" fontAlgn="base" hangingPunct="1"/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AI For Science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745" name="AutoShape 29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382895" y="1283335"/>
            <a:ext cx="2922905" cy="1211580"/>
          </a:xfrm>
          <a:prstGeom prst="roundRect">
            <a:avLst>
              <a:gd name="adj" fmla="val 7167"/>
            </a:avLst>
          </a:prstGeom>
          <a:noFill/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l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打造个性化学、差异化教、智能化研人工智能应用生态，引导师生开发个性化校园人工智能应用</a:t>
            </a:r>
            <a:endParaRPr kumimoji="1" lang="zh-CN" altLang="en-US" sz="1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46" name="矩形 161"/>
          <p:cNvSpPr/>
          <p:nvPr/>
        </p:nvSpPr>
        <p:spPr>
          <a:xfrm>
            <a:off x="2102803" y="2564765"/>
            <a:ext cx="1617980" cy="288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base" hangingPunct="1"/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智学：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学习助手</a:t>
            </a:r>
            <a:endParaRPr lang="zh-CN" altLang="en-US" sz="14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47" name="矩形 162"/>
          <p:cNvSpPr/>
          <p:nvPr/>
        </p:nvSpPr>
        <p:spPr>
          <a:xfrm>
            <a:off x="2143125" y="3014980"/>
            <a:ext cx="1537335" cy="288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智学：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教学助手</a:t>
            </a:r>
            <a:endParaRPr lang="zh-CN" altLang="en-US" sz="1400" b="1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748" name="矩形 163"/>
          <p:cNvSpPr/>
          <p:nvPr/>
        </p:nvSpPr>
        <p:spPr>
          <a:xfrm>
            <a:off x="2102485" y="3465195"/>
            <a:ext cx="1618615" cy="288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智学：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知识图谱</a:t>
            </a:r>
            <a:endParaRPr lang="zh-CN" altLang="en-US"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49" name="矩形 164"/>
          <p:cNvSpPr/>
          <p:nvPr/>
        </p:nvSpPr>
        <p:spPr>
          <a:xfrm>
            <a:off x="4013200" y="2707005"/>
            <a:ext cx="1710690" cy="395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智管：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公文助手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50" name="矩形 165"/>
          <p:cNvSpPr/>
          <p:nvPr/>
        </p:nvSpPr>
        <p:spPr>
          <a:xfrm>
            <a:off x="4013200" y="3216275"/>
            <a:ext cx="171069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智管：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校务助手</a:t>
            </a:r>
            <a:endParaRPr lang="zh-CN" altLang="en-US"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51" name="矩形 166"/>
          <p:cNvSpPr/>
          <p:nvPr/>
        </p:nvSpPr>
        <p:spPr>
          <a:xfrm>
            <a:off x="6032500" y="2726690"/>
            <a:ext cx="1440180" cy="387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914400" eaLnBrk="1" fontAlgn="base" hangingPunct="1">
              <a:buClrTx/>
              <a:buSzTx/>
              <a:buFontTx/>
            </a:pPr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智研：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论文助手</a:t>
            </a:r>
            <a:endParaRPr lang="zh-CN" altLang="en-US"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52" name="矩形 167"/>
          <p:cNvSpPr/>
          <p:nvPr/>
        </p:nvSpPr>
        <p:spPr>
          <a:xfrm>
            <a:off x="5986780" y="3260725"/>
            <a:ext cx="1575435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marL="525780" lvl="0" indent="-525780" algn="ctr" defTabSz="914400" eaLnBrk="1" fontAlgn="base" hangingPunct="1">
              <a:buClrTx/>
              <a:buSzTx/>
              <a:buFontTx/>
            </a:pPr>
            <a:r>
              <a:rPr lang="zh-CN" altLang="en-US" sz="1400" b="1" i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智研：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学科交叉分析</a:t>
            </a:r>
            <a:endParaRPr lang="zh-CN" altLang="en-US" sz="11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753" name="Shape 3532"/>
          <p:cNvSpPr/>
          <p:nvPr/>
        </p:nvSpPr>
        <p:spPr>
          <a:xfrm>
            <a:off x="210000" y="183600"/>
            <a:ext cx="10748010" cy="504000"/>
          </a:xfrm>
          <a:prstGeom prst="rect">
            <a:avLst/>
          </a:prstGeom>
          <a:noFill/>
          <a:ln>
            <a:noFill/>
          </a:ln>
        </p:spPr>
        <p:txBody>
          <a:bodyPr wrap="square" lIns="100803" tIns="50402" rIns="100803" bIns="50402" anchor="ctr" anchorCtr="0">
            <a:no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文教智能体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架构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8754" name="文本框 10"/>
          <p:cNvSpPr txBox="1"/>
          <p:nvPr/>
        </p:nvSpPr>
        <p:spPr>
          <a:xfrm>
            <a:off x="216535" y="902335"/>
            <a:ext cx="115665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defTabSz="914400" eaLnBrk="1" fontAlgn="auto" hangingPunct="1">
              <a:buFont typeface="Wingdings" panose="05000000000000000000" charset="0"/>
              <a:buChar char="p"/>
            </a:pP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结合国家政策要求，基于联通算数模运安能力，打造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联智通学</a:t>
            </a: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人工智能赋能教育解决方案，助力人工智能人才培养。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29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698740" y="2494915"/>
            <a:ext cx="1014095" cy="1211580"/>
          </a:xfrm>
          <a:prstGeom prst="roundRect">
            <a:avLst>
              <a:gd name="adj" fmla="val 7167"/>
            </a:avLst>
          </a:prstGeom>
          <a:noFill/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0170" rIns="90170" anchor="ctr"/>
          <a:p>
            <a:pPr algn="l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b="1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打造个性化学、差异化教、智能化研人工智能应用生态，引导师生开发个性化校园人工智能应用</a:t>
            </a:r>
            <a:endParaRPr kumimoji="1" lang="zh-CN" altLang="en-US" sz="1000" b="1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/>
      <p:sp>
        <p:nvSpPr>
          <p:cNvPr id="1049087" name="Shape 3532"/>
          <p:cNvSpPr/>
          <p:nvPr/>
        </p:nvSpPr>
        <p:spPr>
          <a:xfrm>
            <a:off x="192000" y="183600"/>
            <a:ext cx="8660130" cy="504000"/>
          </a:xfrm>
          <a:prstGeom prst="rect">
            <a:avLst/>
          </a:prstGeom>
          <a:noFill/>
          <a:ln>
            <a:noFill/>
          </a:ln>
        </p:spPr>
        <p:txBody>
          <a:bodyPr wrap="square" lIns="100803" tIns="50402" rIns="100803" bIns="50402" anchor="ctr" anchorCtr="0">
            <a:noAutofit/>
          </a:bodyPr>
          <a:p>
            <a:pPr lvl="0" algn="l" defTabSz="914400" eaLnBrk="1" fontAlgn="base" hangingPunct="1">
              <a:buClrTx/>
              <a:buSzTx/>
              <a:buFontTx/>
            </a:pPr>
            <a:r>
              <a:rPr lang="zh-CN" altLang="en-US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教育实训平台</a:t>
            </a: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构建一体化服务能力，支撑人工智能人才培养</a:t>
            </a:r>
            <a:endParaRPr lang="zh-CN" altLang="en-US" sz="20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42" name="组合 29"/>
          <p:cNvGrpSpPr/>
          <p:nvPr/>
        </p:nvGrpSpPr>
        <p:grpSpPr>
          <a:xfrm>
            <a:off x="227330" y="5882005"/>
            <a:ext cx="11549380" cy="558165"/>
            <a:chOff x="358" y="9287"/>
            <a:chExt cx="18188" cy="879"/>
          </a:xfrm>
        </p:grpSpPr>
        <p:sp>
          <p:nvSpPr>
            <p:cNvPr id="1049088" name="圆角矩形 50"/>
            <p:cNvSpPr/>
            <p:nvPr>
              <p:custDataLst>
                <p:tags r:id="rId1"/>
              </p:custDataLst>
            </p:nvPr>
          </p:nvSpPr>
          <p:spPr>
            <a:xfrm>
              <a:off x="358" y="9287"/>
              <a:ext cx="708" cy="879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auto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底座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4400" eaLnBrk="1" fontAlgn="auto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算力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9089" name="矩形 20"/>
            <p:cNvSpPr/>
            <p:nvPr>
              <p:custDataLst>
                <p:tags r:id="rId2"/>
              </p:custDataLst>
            </p:nvPr>
          </p:nvSpPr>
          <p:spPr>
            <a:xfrm>
              <a:off x="1257" y="9288"/>
              <a:ext cx="17289" cy="87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auto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9090" name="AutoShape 29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172" y="9332"/>
              <a:ext cx="3663" cy="73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本地化部署</a:t>
              </a:r>
              <a:endPara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9091" name="AutoShape 29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009" y="9332"/>
              <a:ext cx="3663" cy="739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云服务</a:t>
              </a:r>
              <a:endPara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联通云</a:t>
              </a:r>
              <a:r>
                <a:rPr kumimoji="1" lang="en-US" altLang="zh-CN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、</a:t>
              </a:r>
              <a:r>
                <a:rPr kumimoji="1" lang="zh-CN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杭州算力场</a:t>
              </a:r>
              <a:endParaRPr kumimoji="1" 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9092" name="AutoShape 29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4123" y="9332"/>
              <a:ext cx="3663" cy="794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新量纲</a:t>
              </a:r>
              <a:endPara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lvl="0"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tokens计费</a:t>
              </a:r>
              <a:endParaRPr kumimoji="1" 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43" name="组合 28"/>
          <p:cNvGrpSpPr/>
          <p:nvPr/>
        </p:nvGrpSpPr>
        <p:grpSpPr>
          <a:xfrm>
            <a:off x="226695" y="4972685"/>
            <a:ext cx="11548745" cy="704850"/>
            <a:chOff x="357" y="7968"/>
            <a:chExt cx="18187" cy="1110"/>
          </a:xfrm>
        </p:grpSpPr>
        <p:sp>
          <p:nvSpPr>
            <p:cNvPr id="1049093" name="圆角矩形 50"/>
            <p:cNvSpPr/>
            <p:nvPr>
              <p:custDataLst>
                <p:tags r:id="rId6"/>
              </p:custDataLst>
            </p:nvPr>
          </p:nvSpPr>
          <p:spPr>
            <a:xfrm>
              <a:off x="357" y="7968"/>
              <a:ext cx="708" cy="1110"/>
            </a:xfrm>
            <a:prstGeom prst="roundRect">
              <a:avLst/>
            </a:prstGeom>
            <a:noFill/>
            <a:ln w="6350" cap="flat" cmpd="sng" algn="ctr">
              <a:solidFill>
                <a:srgbClr val="EE822F"/>
              </a:solidFill>
              <a:prstDash val="dash"/>
              <a:miter lim="800000"/>
            </a:ln>
            <a:effectLst/>
          </p:spPr>
          <p:txBody>
            <a:bodyPr vert="eaVert" rtlCol="0" anchor="ctr"/>
            <a:p>
              <a:pPr algn="ctr" defTabSz="914400" eaLnBrk="1" fontAlgn="auto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底座</a:t>
              </a:r>
              <a:endParaRPr lang="zh-CN" altLang="en-US" sz="1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914400" eaLnBrk="1" fontAlgn="auto" hangingPunct="1"/>
              <a:r>
                <a:rPr lang="zh-CN" altLang="en-US" sz="1200" b="1" dirty="0">
                  <a:solidFill>
                    <a:sysClr val="windowText" lastClr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</a:t>
              </a:r>
              <a:endParaRPr lang="zh-CN" altLang="en-US" sz="1200" b="1" dirty="0">
                <a:solidFill>
                  <a:sysClr val="windowText" lastClr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9094" name="矩形 57"/>
            <p:cNvSpPr/>
            <p:nvPr>
              <p:custDataLst>
                <p:tags r:id="rId7"/>
              </p:custDataLst>
            </p:nvPr>
          </p:nvSpPr>
          <p:spPr>
            <a:xfrm>
              <a:off x="1256" y="7969"/>
              <a:ext cx="17289" cy="110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36195" rIns="36195" numCol="1" spcCol="0" rtlCol="0" fromWordArt="0" anchor="ctr" anchorCtr="0" forceAA="0" compatLnSpc="1">
              <a:noAutofit/>
            </a:bodyPr>
            <a:p>
              <a:pPr lvl="0" algn="ctr" defTabSz="914400" eaLnBrk="1" fontAlgn="auto" hangingPunct="1">
                <a:lnSpc>
                  <a:spcPct val="120000"/>
                </a:lnSpc>
                <a:buClrTx/>
                <a:buSzTx/>
                <a:buFontTx/>
              </a:pPr>
              <a:endParaRPr lang="en-US" altLang="zh-CN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49095" name="AutoShape 29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081" y="8101"/>
              <a:ext cx="3939" cy="88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anchor="ctr"/>
            <a:p>
              <a:pPr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zh-CN" sz="14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“多模共生“</a:t>
              </a:r>
              <a:r>
                <a:rPr kumimoji="1" lang="zh-CN" altLang="en-US" sz="14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元景</a:t>
              </a:r>
              <a:r>
                <a:rPr kumimoji="1" lang="zh-CN" sz="14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模型家族</a:t>
              </a:r>
              <a:endParaRPr kumimoji="1" lang="zh-CN" sz="14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ctr" defTabSz="514350" eaLnBrk="1" fontAlgn="auto" hangingPunct="1">
                <a:buClr>
                  <a:srgbClr val="074B88"/>
                </a:buClr>
                <a:buSzPct val="80000"/>
                <a:buFontTx/>
                <a:buNone/>
              </a:pPr>
              <a:r>
                <a:rPr kumimoji="1" lang="zh-CN" altLang="en-US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语言、视觉、语音全模态大模型</a:t>
              </a:r>
              <a:endPara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9096" name="AutoShape 29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851" y="8107"/>
              <a:ext cx="3663" cy="8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anchor="ctr"/>
            <a:p>
              <a:pPr algn="ctr" defTabSz="514350" eaLnBrk="1" fontAlgn="auto" hangingPunct="1">
                <a:buClr>
                  <a:srgbClr val="074B88"/>
                </a:buClr>
                <a:buSzPct val="80000"/>
              </a:pPr>
              <a:r>
                <a:rPr kumimoji="1" lang="zh-CN" altLang="en-US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普惠速成</a:t>
              </a:r>
              <a:r>
                <a:rPr kumimoji="1" lang="en-US" altLang="zh-CN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“MaaS</a:t>
              </a:r>
              <a:r>
                <a:rPr kumimoji="1" lang="zh-CN" altLang="en-US" sz="1400" b="1" kern="0" dirty="0" err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平台</a:t>
              </a:r>
              <a:endParaRPr kumimoji="1" lang="zh-CN" altLang="en-US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514350" eaLnBrk="1" fontAlgn="auto" hangingPunct="1">
                <a:buClr>
                  <a:srgbClr val="074B88"/>
                </a:buClr>
                <a:buSzPct val="80000"/>
                <a:buFontTx/>
              </a:pPr>
              <a:r>
                <a:rPr kumimoji="1" lang="en-US" altLang="zh-CN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RAG</a:t>
              </a:r>
              <a:r>
                <a:rPr kumimoji="1" lang="zh-CN" altLang="en-US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、智能体、</a:t>
              </a:r>
              <a:r>
                <a:rPr kumimoji="1" lang="en-US" altLang="zh-CN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MaaS</a:t>
              </a:r>
              <a:r>
                <a:rPr kumimoji="1" lang="zh-CN" altLang="en-US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</a:t>
              </a:r>
              <a:endPara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9097" name="AutoShape 29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4074" y="8119"/>
              <a:ext cx="3663" cy="849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anchor="ctr"/>
            <a:p>
              <a:pPr algn="ctr" defTabSz="514350" eaLnBrk="1" fontAlgn="auto" hangingPunct="1">
                <a:buClr>
                  <a:srgbClr val="074B88"/>
                </a:buClr>
                <a:buSzPct val="80000"/>
              </a:pPr>
              <a:r>
                <a:rPr kumimoji="1" lang="zh-CN" altLang="en-US" sz="1400" b="1" kern="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教育学科大模型</a:t>
              </a:r>
              <a:endParaRPr kumimoji="1" lang="zh-CN" altLang="en-US" sz="14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 defTabSz="514350" eaLnBrk="1" fontAlgn="auto" hangingPunct="1">
                <a:buClr>
                  <a:srgbClr val="074B88"/>
                </a:buClr>
                <a:buSzPct val="80000"/>
              </a:pPr>
              <a:r>
                <a:rPr kumimoji="1" lang="zh-CN" altLang="en-US" sz="1000" kern="0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学科模型</a:t>
              </a:r>
              <a:endPara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9098" name="文本框 3"/>
          <p:cNvSpPr txBox="1"/>
          <p:nvPr/>
        </p:nvSpPr>
        <p:spPr>
          <a:xfrm>
            <a:off x="202565" y="1025525"/>
            <a:ext cx="1154239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defTabSz="914400" eaLnBrk="1" fontAlgn="auto" latinLnBrk="0" hangingPunct="1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围绕《教育部科学技术与信息化司</a:t>
            </a:r>
            <a:r>
              <a:rPr lang="en-US" altLang="zh-CN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“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人工智能</a:t>
            </a:r>
            <a:r>
              <a:rPr lang="en-US" altLang="zh-CN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”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行动试点》，打造人工智能一体化实训服务能力，支撑学校培养人工智能实用型人才。</a:t>
            </a:r>
            <a:endParaRPr lang="zh-CN" altLang="en-US" sz="1400" b="1" noProof="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285750" indent="-285750" defTabSz="914400" eaLnBrk="1" fontAlgn="auto" latinLnBrk="0" hangingPunct="1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整合算力集群运维、具身智能实训等多样</a:t>
            </a:r>
            <a:r>
              <a:rPr lang="zh-CN" altLang="en-US" sz="1400" b="1" noProof="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化课程、实训平台、实训教室等面向学校提供智能实训一体化服务，</a:t>
            </a:r>
            <a:r>
              <a:rPr lang="zh-CN" altLang="en-US" sz="1400" b="1" noProof="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增强沉浸式体验。</a:t>
            </a:r>
            <a:endParaRPr lang="zh-CN" altLang="en-US" sz="1400" b="1" noProof="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49099" name="矩形 17"/>
          <p:cNvSpPr/>
          <p:nvPr>
            <p:custDataLst>
              <p:tags r:id="rId11"/>
            </p:custDataLst>
          </p:nvPr>
        </p:nvSpPr>
        <p:spPr>
          <a:xfrm>
            <a:off x="9742805" y="3871595"/>
            <a:ext cx="2000250" cy="872490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p>
            <a:pPr lvl="0" algn="ctr" defTabSz="914400" eaLnBrk="1" fontAlgn="auto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台</a:t>
            </a:r>
            <a:endParaRPr lang="zh-CN" altLang="en-US" sz="1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9100" name="AutoShape 29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9982835" y="2179955"/>
            <a:ext cx="1606550" cy="927100"/>
          </a:xfrm>
          <a:prstGeom prst="roundRect">
            <a:avLst>
              <a:gd name="adj" fmla="val 71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+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专业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课程服务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AI+</a:t>
            </a:r>
            <a:r>
              <a:rPr kumimoji="1" lang="zh-CN" altLang="en-US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船舶</a:t>
            </a:r>
            <a:r>
              <a:rPr kumimoji="1" lang="en-US" altLang="zh-CN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、AI+</a:t>
            </a:r>
            <a:r>
              <a:rPr kumimoji="1" lang="zh-CN" altLang="en-US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工业</a:t>
            </a:r>
            <a:endParaRPr kumimoji="1" lang="zh-CN" altLang="en-US" sz="1000" kern="0" dirty="0" err="1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AI+</a:t>
            </a:r>
            <a:r>
              <a:rPr kumimoji="1" lang="zh-CN" altLang="en-US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金融</a:t>
            </a:r>
            <a:r>
              <a:rPr kumimoji="1" lang="en-US" altLang="zh-CN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、AI+</a:t>
            </a:r>
            <a:r>
              <a:rPr kumimoji="1" lang="zh-CN" altLang="en-US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文旅</a:t>
            </a:r>
            <a:endParaRPr kumimoji="1" lang="zh-CN" altLang="en-US" sz="1000" kern="0" dirty="0" err="1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AI+</a:t>
            </a:r>
            <a:r>
              <a:rPr kumimoji="1" lang="zh-CN" altLang="en-US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交通</a:t>
            </a:r>
            <a:r>
              <a:rPr kumimoji="1" lang="en-US" altLang="zh-CN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、AI+</a:t>
            </a:r>
            <a:r>
              <a:rPr kumimoji="1" lang="zh-CN" altLang="en-US" sz="1000" kern="0" dirty="0" err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电力</a:t>
            </a:r>
            <a:endParaRPr kumimoji="1" lang="zh-CN" altLang="en-US" sz="1000" kern="0" dirty="0" err="1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01" name="AutoShape 29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16940" y="2180590"/>
            <a:ext cx="1637030" cy="953135"/>
          </a:xfrm>
          <a:prstGeom prst="roundRect">
            <a:avLst>
              <a:gd name="adj" fmla="val 71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通识</a:t>
            </a: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实训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课程服务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zh-CN" sz="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通识课、程序设计语言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计算机基础</a:t>
            </a: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算法设计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计算机系统</a:t>
            </a: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\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人工智能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02" name="AutoShape 29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073900" y="2180590"/>
            <a:ext cx="2021840" cy="1058545"/>
          </a:xfrm>
          <a:prstGeom prst="roundRect">
            <a:avLst>
              <a:gd name="adj" fmla="val 71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具身智能实训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课程服务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en-US" altLang="zh-CN" sz="6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机器人专用算法开发与部署</a:t>
            </a:r>
            <a:endParaRPr kumimoji="1" lang="en-US" altLang="zh-CN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大模型赋能交互系统开发</a:t>
            </a:r>
            <a:endParaRPr kumimoji="1" lang="en-US" altLang="zh-CN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多机器人协同系统调度与开发</a:t>
            </a:r>
            <a:endParaRPr kumimoji="1" lang="en-US" altLang="zh-CN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研发数据的自定义可视化与管理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03" name="AutoShape 29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041265" y="2180590"/>
            <a:ext cx="1958975" cy="1036320"/>
          </a:xfrm>
          <a:prstGeom prst="roundRect">
            <a:avLst>
              <a:gd name="adj" fmla="val 71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AIGC</a:t>
            </a:r>
            <a:r>
              <a:rPr kumimoji="1"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</a:t>
            </a: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工程师实训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课程服务</a:t>
            </a:r>
            <a:endParaRPr kumimoji="1" lang="zh-CN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en-US" altLang="zh-CN" sz="6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课程大纲</a:t>
            </a: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软件入门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AIGC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大师课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AIGC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特训营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AIGC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技能</a:t>
            </a:r>
            <a:r>
              <a:rPr kumimoji="1" lang="en-US" altLang="zh-CN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综合学习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04" name="矩形 9"/>
          <p:cNvSpPr/>
          <p:nvPr>
            <p:custDataLst>
              <p:tags r:id="rId16"/>
            </p:custDataLst>
          </p:nvPr>
        </p:nvSpPr>
        <p:spPr>
          <a:xfrm>
            <a:off x="786130" y="3867150"/>
            <a:ext cx="8646160" cy="881380"/>
          </a:xfrm>
          <a:prstGeom prst="rect">
            <a:avLst/>
          </a:prstGeom>
          <a:solidFill>
            <a:schemeClr val="bg1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p>
            <a:pPr lvl="0" algn="ctr" defTabSz="914400" eaLnBrk="1" fontAlgn="auto" hangingPunct="1">
              <a:lnSpc>
                <a:spcPct val="120000"/>
              </a:lnSpc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台</a:t>
            </a:r>
            <a:endParaRPr lang="zh-CN" altLang="en-US" sz="1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9105" name="圆角矩形 50"/>
          <p:cNvSpPr/>
          <p:nvPr>
            <p:custDataLst>
              <p:tags r:id="rId17"/>
            </p:custDataLst>
          </p:nvPr>
        </p:nvSpPr>
        <p:spPr>
          <a:xfrm>
            <a:off x="243205" y="1682115"/>
            <a:ext cx="449580" cy="3070225"/>
          </a:xfrm>
          <a:prstGeom prst="roundRect">
            <a:avLst/>
          </a:prstGeom>
          <a:noFill/>
          <a:ln w="6350" cap="flat" cmpd="sng" algn="ctr">
            <a:solidFill>
              <a:srgbClr val="EE822F"/>
            </a:solidFill>
            <a:prstDash val="dash"/>
            <a:miter lim="800000"/>
          </a:ln>
          <a:effectLst/>
        </p:spPr>
        <p:txBody>
          <a:bodyPr vert="eaVert" rtlCol="0" anchor="ctr"/>
          <a:p>
            <a:pPr algn="ctr" defTabSz="914400" eaLnBrk="1" fontAlgn="auto" hangingPunct="1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人工智能实训一体化服务</a:t>
            </a:r>
            <a:endParaRPr lang="zh-CN" altLang="en-US" sz="1200" b="1" dirty="0">
              <a:solidFill>
                <a:sysClr val="windowText" lastClr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9106" name="矩形 11"/>
          <p:cNvSpPr/>
          <p:nvPr>
            <p:custDataLst>
              <p:tags r:id="rId18"/>
            </p:custDataLst>
          </p:nvPr>
        </p:nvSpPr>
        <p:spPr>
          <a:xfrm>
            <a:off x="797560" y="1682115"/>
            <a:ext cx="10969625" cy="1724025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6195" rIns="36195" numCol="1" spcCol="0" rtlCol="0" fromWordArt="0" anchor="ctr" anchorCtr="0" forceAA="0" compatLnSpc="1">
            <a:noAutofit/>
          </a:bodyPr>
          <a:p>
            <a:pPr lvl="0" algn="ctr" defTabSz="914400" eaLnBrk="1" fontAlgn="auto" hangingPunct="1">
              <a:lnSpc>
                <a:spcPct val="120000"/>
              </a:lnSpc>
              <a:buClrTx/>
              <a:buSzTx/>
              <a:buFontTx/>
            </a:pP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9107" name="AutoShape 295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98830" y="1670685"/>
            <a:ext cx="10968355" cy="324485"/>
          </a:xfrm>
          <a:prstGeom prst="roundRect">
            <a:avLst>
              <a:gd name="adj" fmla="val 16667"/>
            </a:avLst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514350" eaLnBrk="1" fontAlgn="auto" hangingPunct="1">
              <a:buClr>
                <a:srgbClr val="074B88"/>
              </a:buClr>
              <a:buSzPct val="80000"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实训课程</a:t>
            </a:r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+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实训师资服务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9108" name="AutoShape 295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627630" y="2180590"/>
            <a:ext cx="2339975" cy="1045210"/>
          </a:xfrm>
          <a:prstGeom prst="roundRect">
            <a:avLst>
              <a:gd name="adj" fmla="val 7167"/>
            </a:avLst>
          </a:prstGeom>
          <a:noFill/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算力集群运维工程师实训</a:t>
            </a:r>
            <a:endParaRPr kumimoji="1" lang="zh-CN" sz="14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课程服务</a:t>
            </a:r>
            <a:endParaRPr kumimoji="1" lang="zh-CN" sz="14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en-US" altLang="zh-CN" sz="600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shell及python脚本编写</a:t>
            </a:r>
            <a:endParaRPr kumimoji="1" lang="zh-CN" altLang="en-US" sz="10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高性能网络组网及安全防火墙配置</a:t>
            </a:r>
            <a:endParaRPr kumimoji="1" lang="zh-CN" altLang="en-US" sz="10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容器化及</a:t>
            </a:r>
            <a:r>
              <a:rPr kumimoji="1" lang="en-US" altLang="zh-CN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K8S</a:t>
            </a:r>
            <a:r>
              <a:rPr kumimoji="1" lang="zh-CN" altLang="en-US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集群管理</a:t>
            </a:r>
            <a:endParaRPr kumimoji="1" lang="zh-CN" altLang="en-US" sz="1000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lnSpc>
                <a:spcPct val="100000"/>
              </a:lnSpc>
              <a:buClr>
                <a:srgbClr val="074B88"/>
              </a:buClr>
              <a:buSzPct val="80000"/>
              <a:buFontTx/>
            </a:pPr>
            <a:r>
              <a:rPr kumimoji="1" lang="zh-CN" altLang="en-US" sz="1000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元景模型家族部署与推理实践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09" name="AutoShape 29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91210" y="3629025"/>
            <a:ext cx="8641080" cy="277495"/>
          </a:xfrm>
          <a:prstGeom prst="roundRect">
            <a:avLst>
              <a:gd name="adj" fmla="val 16667"/>
            </a:avLst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514350" eaLnBrk="1" fontAlgn="auto" hangingPunct="1">
              <a:buClr>
                <a:srgbClr val="074B88"/>
              </a:buClr>
              <a:buSzPct val="80000"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实训平台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9110" name="AutoShape 295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62330" y="4070668"/>
            <a:ext cx="1916430" cy="47434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实验开发模块</a:t>
            </a:r>
            <a:endParaRPr kumimoji="1" lang="zh-CN" sz="14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zh-CN" sz="6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实验环境管理、实验流程编排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11" name="AutoShape 295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961255" y="4070668"/>
            <a:ext cx="2060575" cy="47434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教学测试管理</a:t>
            </a:r>
            <a:endParaRPr kumimoji="1" lang="zh-CN" sz="14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zh-CN" sz="6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课堂管理、课堂分析、考试评估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12" name="AutoShape 29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004820" y="4070668"/>
            <a:ext cx="1730375" cy="47434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课程制作模块</a:t>
            </a:r>
            <a:endParaRPr kumimoji="1" lang="zh-CN" sz="14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zh-CN" sz="6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课程制作、课程管理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13" name="AutoShape 29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767570" y="4070668"/>
            <a:ext cx="1916430" cy="47434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实训教室建设</a:t>
            </a:r>
            <a:endParaRPr kumimoji="1" lang="zh-CN" sz="14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zh-CN" sz="6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实训教室设计、教学辅助设备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114" name="AutoShape 295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742805" y="3624580"/>
            <a:ext cx="1999615" cy="277495"/>
          </a:xfrm>
          <a:prstGeom prst="roundRect">
            <a:avLst>
              <a:gd name="adj" fmla="val 16667"/>
            </a:avLst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defTabSz="514350" eaLnBrk="1" fontAlgn="auto" hangingPunct="1">
              <a:buClr>
                <a:srgbClr val="074B88"/>
              </a:buClr>
              <a:buSzPct val="80000"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实训教室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049115" name="加号 26"/>
          <p:cNvSpPr/>
          <p:nvPr/>
        </p:nvSpPr>
        <p:spPr>
          <a:xfrm>
            <a:off x="9480550" y="2378075"/>
            <a:ext cx="504190" cy="504190"/>
          </a:xfrm>
          <a:prstGeom prst="mathPlu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auto" hangingPunct="1"/>
            <a:endParaRPr lang="zh-CN" altLang="en-US" sz="1800"/>
          </a:p>
        </p:txBody>
      </p:sp>
      <p:sp>
        <p:nvSpPr>
          <p:cNvPr id="1049116" name="AutoShape 295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247890" y="4070668"/>
            <a:ext cx="2060575" cy="474345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sz="1400" b="1" kern="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学习实训模块</a:t>
            </a:r>
            <a:endParaRPr kumimoji="1" lang="zh-CN" sz="14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endParaRPr kumimoji="1" lang="zh-CN" sz="600" b="1" kern="0" dirty="0" err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 defTabSz="514350" eaLnBrk="1" fontAlgn="auto" hangingPunct="1">
              <a:buClr>
                <a:srgbClr val="074B88"/>
              </a:buClr>
              <a:buSzPct val="80000"/>
              <a:buFontTx/>
              <a:buNone/>
            </a:pPr>
            <a:r>
              <a:rPr kumimoji="1" lang="zh-CN" altLang="en-US" sz="1000" kern="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智慧学习、习题测试、实验实训</a:t>
            </a:r>
            <a:endParaRPr kumimoji="1" lang="zh-CN" altLang="en-US" sz="1000" kern="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7" name="object 6"/>
          <p:cNvSpPr>
            <a:spLocks noGrp="1"/>
          </p:cNvSpPr>
          <p:nvPr/>
        </p:nvSpPr>
        <p:spPr>
          <a:xfrm>
            <a:off x="210000" y="183600"/>
            <a:ext cx="11304270" cy="50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algn="l" defTabSz="914400" eaLnBrk="1" hangingPunct="1">
              <a:spcBef>
                <a:spcPts val="0"/>
              </a:spcBef>
              <a:buClrTx/>
              <a:buSzTx/>
              <a:buFontTx/>
            </a:pPr>
            <a:r>
              <a:rPr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+mn-ea"/>
              </a:rPr>
              <a:t>教育实训平台</a:t>
            </a:r>
            <a:r>
              <a:rPr lang="en-US" altLang="zh-CN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+mn-ea"/>
              </a:rPr>
              <a:t>  </a:t>
            </a:r>
            <a:r>
              <a:rPr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+mn-ea"/>
              </a:rPr>
              <a:t>南昌大学人工智能教学实训平台</a:t>
            </a:r>
            <a:endParaRPr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+mn-ea"/>
            </a:endParaRPr>
          </a:p>
        </p:txBody>
      </p:sp>
      <p:sp>
        <p:nvSpPr>
          <p:cNvPr id="1049258" name="文本框 3"/>
          <p:cNvSpPr txBox="1"/>
          <p:nvPr>
            <p:custDataLst>
              <p:tags r:id="rId1"/>
            </p:custDataLst>
          </p:nvPr>
        </p:nvSpPr>
        <p:spPr>
          <a:xfrm>
            <a:off x="210820" y="791627"/>
            <a:ext cx="11691620" cy="77701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285750" lvl="0" indent="-285750" algn="just" defTabSz="914400" eaLnBrk="1" fontAlgn="base" hangingPunct="1">
              <a:lnSpc>
                <a:spcPct val="130000"/>
              </a:lnSpc>
              <a:spcBef>
                <a:spcPts val="300"/>
              </a:spcBef>
              <a:buClr>
                <a:schemeClr val="tx1"/>
              </a:buClr>
              <a:buSzTx/>
              <a:buFont typeface="Wingdings" panose="05000000000000000000" charset="0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结合南昌大学人工智能教学环节衔接不畅、学用脱节等典型难题，依托联通元景MaaS平台，联通云算力能力，开发了南昌大学人工智能教学实训平台产品，服务全校人工智能素养提升。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049259" name="文本框 7"/>
          <p:cNvSpPr txBox="1"/>
          <p:nvPr/>
        </p:nvSpPr>
        <p:spPr>
          <a:xfrm>
            <a:off x="378460" y="6464300"/>
            <a:ext cx="10290810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defTabSz="914400" eaLnBrk="1" fontAlgn="base" hangingPunct="1">
              <a:buFont typeface="Wingdings" panose="05000000000000000000" charset="0"/>
              <a:buChar char="p"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实施效果：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r>
              <a:rPr lang="zh-CN" altLang="en-US" sz="1600" b="0" dirty="0">
                <a:latin typeface="微软雅黑" panose="020B0503020204020204" charset="-122"/>
                <a:ea typeface="微软雅黑" panose="020B0503020204020204" charset="-122"/>
              </a:rPr>
              <a:t>校内用户：30000+；联合开展</a:t>
            </a:r>
            <a:r>
              <a:rPr lang="en-US" altLang="zh-CN" sz="1600" b="0" dirty="0">
                <a:latin typeface="微软雅黑" panose="020B0503020204020204" charset="-122"/>
                <a:ea typeface="微软雅黑" panose="020B0503020204020204" charset="-122"/>
              </a:rPr>
              <a:t>AI+</a:t>
            </a:r>
            <a:r>
              <a:rPr lang="zh-CN" altLang="en-US" sz="1600" b="0" dirty="0">
                <a:latin typeface="微软雅黑" panose="020B0503020204020204" charset="-122"/>
                <a:ea typeface="微软雅黑" panose="020B0503020204020204" charset="-122"/>
              </a:rPr>
              <a:t>艺术等</a:t>
            </a:r>
            <a:r>
              <a:rPr lang="en-US" altLang="zh-CN" sz="1600" b="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600" b="0" dirty="0">
                <a:latin typeface="微软雅黑" panose="020B0503020204020204" charset="-122"/>
                <a:ea typeface="微软雅黑" panose="020B0503020204020204" charset="-122"/>
              </a:rPr>
              <a:t>门课程开发，客户满意度：95%。     </a:t>
            </a:r>
            <a:endParaRPr lang="zh-CN" altLang="en-US" sz="16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9260" name="矩形 11"/>
          <p:cNvSpPr/>
          <p:nvPr>
            <p:custDataLst>
              <p:tags r:id="rId2"/>
            </p:custDataLst>
          </p:nvPr>
        </p:nvSpPr>
        <p:spPr>
          <a:xfrm>
            <a:off x="445770" y="1501775"/>
            <a:ext cx="3676015" cy="352425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outerShdw blurRad="190500" sx="101000" sy="101000" algn="ctr" rotWithShape="0">
              <a:srgbClr val="0D0C48">
                <a:alpha val="26000"/>
              </a:srgbClr>
            </a:outerShdw>
          </a:effectLst>
        </p:spPr>
        <p:txBody>
          <a:bodyPr rtlCol="0" anchor="ctr"/>
          <a:p>
            <a:pPr algn="ctr" defTabSz="914400" eaLnBrk="1" fontAlgn="base" hangingPunct="1"/>
            <a:r>
              <a:rPr lang="zh-CN" sz="15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合作内容</a:t>
            </a:r>
            <a:endParaRPr lang="zh-CN" sz="15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261" name="矩形 2"/>
          <p:cNvSpPr/>
          <p:nvPr>
            <p:custDataLst>
              <p:tags r:id="rId3"/>
            </p:custDataLst>
          </p:nvPr>
        </p:nvSpPr>
        <p:spPr>
          <a:xfrm>
            <a:off x="8226425" y="1501775"/>
            <a:ext cx="3676650" cy="352425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outerShdw blurRad="190500" sx="101000" sy="101000" algn="ctr" rotWithShape="0">
              <a:srgbClr val="0D0C48">
                <a:alpha val="26000"/>
              </a:srgbClr>
            </a:outerShdw>
          </a:effectLst>
        </p:spPr>
        <p:txBody>
          <a:bodyPr rtlCol="0" anchor="ctr"/>
          <a:p>
            <a:pPr algn="ctr" defTabSz="914400" eaLnBrk="1" fontAlgn="base" hangingPunct="1"/>
            <a:r>
              <a:rPr lang="zh-CN" sz="15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应用场景</a:t>
            </a:r>
            <a:endParaRPr lang="zh-CN" sz="15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262" name="矩形 1"/>
          <p:cNvSpPr/>
          <p:nvPr/>
        </p:nvSpPr>
        <p:spPr>
          <a:xfrm>
            <a:off x="446405" y="1849120"/>
            <a:ext cx="3676015" cy="4507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auto" hangingPunct="1"/>
            <a:endParaRPr lang="zh-CN" altLang="en-US" sz="1800"/>
          </a:p>
        </p:txBody>
      </p:sp>
      <p:sp>
        <p:nvSpPr>
          <p:cNvPr id="1049263" name="矩形 4"/>
          <p:cNvSpPr/>
          <p:nvPr/>
        </p:nvSpPr>
        <p:spPr>
          <a:xfrm>
            <a:off x="8225790" y="1849120"/>
            <a:ext cx="3676650" cy="4507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auto" hangingPunct="1"/>
            <a:endParaRPr lang="zh-CN" altLang="en-US" sz="1800"/>
          </a:p>
        </p:txBody>
      </p:sp>
      <p:sp>
        <p:nvSpPr>
          <p:cNvPr id="1049264" name="矩形 5"/>
          <p:cNvSpPr/>
          <p:nvPr>
            <p:custDataLst>
              <p:tags r:id="rId4"/>
            </p:custDataLst>
          </p:nvPr>
        </p:nvSpPr>
        <p:spPr>
          <a:xfrm>
            <a:off x="4335145" y="1506855"/>
            <a:ext cx="3669030" cy="352425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>
            <a:outerShdw blurRad="190500" sx="101000" sy="101000" algn="ctr" rotWithShape="0">
              <a:srgbClr val="0D0C48">
                <a:alpha val="26000"/>
              </a:srgbClr>
            </a:outerShdw>
          </a:effectLst>
        </p:spPr>
        <p:txBody>
          <a:bodyPr rtlCol="0" anchor="ctr"/>
          <a:p>
            <a:pPr algn="ctr" defTabSz="914400" eaLnBrk="1" fontAlgn="base" hangingPunct="1"/>
            <a:r>
              <a:rPr lang="zh-CN" altLang="en-US" sz="15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服务特色</a:t>
            </a:r>
            <a:endParaRPr lang="zh-CN" altLang="en-US" sz="15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9265" name="矩形 6"/>
          <p:cNvSpPr/>
          <p:nvPr/>
        </p:nvSpPr>
        <p:spPr>
          <a:xfrm>
            <a:off x="4335780" y="1854200"/>
            <a:ext cx="3676015" cy="45072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 eaLnBrk="1" fontAlgn="auto" hangingPunct="1"/>
            <a:endParaRPr lang="zh-CN" altLang="en-US" sz="1800"/>
          </a:p>
        </p:txBody>
      </p:sp>
      <p:pic>
        <p:nvPicPr>
          <p:cNvPr id="2097233" name="汉语言文学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45635" y="1904365"/>
            <a:ext cx="3420000" cy="1800000"/>
          </a:xfrm>
          <a:prstGeom prst="rect">
            <a:avLst/>
          </a:prstGeom>
          <a:ln w="3175" cmpd="sng">
            <a:solidFill>
              <a:schemeClr val="bg1">
                <a:lumMod val="95000"/>
              </a:schemeClr>
            </a:solidFill>
            <a:prstDash val="solid"/>
          </a:ln>
        </p:spPr>
      </p:pic>
      <p:sp>
        <p:nvSpPr>
          <p:cNvPr id="1049266" name="文本框 10"/>
          <p:cNvSpPr txBox="1"/>
          <p:nvPr/>
        </p:nvSpPr>
        <p:spPr>
          <a:xfrm>
            <a:off x="4395470" y="3761105"/>
            <a:ext cx="3564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defTabSz="914400" eaLnBrk="1" fontAlgn="auto" hangingPunct="1"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理实一体，一站式课程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实验，助力学习效率提升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60%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234" name="图片 12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464050" y="4184650"/>
            <a:ext cx="3420000" cy="1800000"/>
          </a:xfrm>
          <a:prstGeom prst="rect">
            <a:avLst/>
          </a:prstGeom>
          <a:ln w="3175" cmpd="sng">
            <a:solidFill>
              <a:schemeClr val="bg1">
                <a:lumMod val="95000"/>
              </a:schemeClr>
            </a:solidFill>
            <a:prstDash val="solid"/>
          </a:ln>
        </p:spPr>
      </p:pic>
      <p:sp>
        <p:nvSpPr>
          <p:cNvPr id="1049267" name="文本框 13"/>
          <p:cNvSpPr txBox="1"/>
          <p:nvPr/>
        </p:nvSpPr>
        <p:spPr>
          <a:xfrm>
            <a:off x="4376420" y="6027420"/>
            <a:ext cx="35642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defTabSz="914400" eaLnBrk="1" fontAlgn="auto" hangingPunct="1">
              <a:buFont typeface="Wingdings" panose="05000000000000000000" charset="0"/>
              <a:buChar char="p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基于岗位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课程设计，助力专业优化升级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268" name="文本框 14"/>
          <p:cNvSpPr txBox="1"/>
          <p:nvPr/>
        </p:nvSpPr>
        <p:spPr>
          <a:xfrm>
            <a:off x="504825" y="1966595"/>
            <a:ext cx="3503295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defTabSz="914400" eaLnBrk="1" fontAlgn="auto" hangingPunct="1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基于联通元景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MaaS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平台，联通云算力，整合中国联通人工智能赋能产业真实案例，面向南昌大学提供人工智能实训平台及人工智能实训课程服务。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defTabSz="914400" eaLnBrk="1" fontAlgn="auto" hangingPunct="1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实训平台：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含实验开发、课程制作、教学测试、学习实训模块。支持元景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MaaS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等常用的人工智能实训环境。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defTabSz="914400" eaLnBrk="1" fontAlgn="auto" hangingPunct="1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实训课程：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人工智能通识课等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门课程；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AI+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艺术等课程开发中。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235" name="图片 15"/>
          <p:cNvPicPr/>
          <p:nvPr/>
        </p:nvPicPr>
        <p:blipFill>
          <a:blip r:embed="rId10"/>
          <a:stretch>
            <a:fillRect/>
          </a:stretch>
        </p:blipFill>
        <p:spPr>
          <a:xfrm>
            <a:off x="564515" y="4382135"/>
            <a:ext cx="3420000" cy="1800000"/>
          </a:xfrm>
          <a:prstGeom prst="rect">
            <a:avLst/>
          </a:prstGeom>
          <a:ln w="3175" cmpd="sng">
            <a:solidFill>
              <a:schemeClr val="bg1">
                <a:lumMod val="95000"/>
              </a:schemeClr>
            </a:solidFill>
            <a:prstDash val="solid"/>
          </a:ln>
        </p:spPr>
      </p:pic>
      <p:pic>
        <p:nvPicPr>
          <p:cNvPr id="2097236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321675" y="1904365"/>
            <a:ext cx="3420000" cy="1800000"/>
          </a:xfrm>
          <a:prstGeom prst="rect">
            <a:avLst/>
          </a:prstGeom>
          <a:ln w="3175" cmpd="sng">
            <a:solidFill>
              <a:schemeClr val="bg1">
                <a:lumMod val="95000"/>
              </a:schemeClr>
            </a:solidFill>
            <a:prstDash val="solid"/>
          </a:ln>
        </p:spPr>
      </p:pic>
      <p:sp>
        <p:nvSpPr>
          <p:cNvPr id="1049269" name="文本框 17"/>
          <p:cNvSpPr txBox="1"/>
          <p:nvPr/>
        </p:nvSpPr>
        <p:spPr>
          <a:xfrm>
            <a:off x="8270875" y="3761105"/>
            <a:ext cx="34347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defTabSz="914400" eaLnBrk="1" fontAlgn="auto" hangingPunct="1">
              <a:buClrTx/>
              <a:buSzTx/>
              <a:buFont typeface="Wingdings" panose="05000000000000000000" charset="0"/>
              <a:buChar char="p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学生端，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支持课程学习、工程实战、智慧学伴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97237" name="图片 18"/>
          <p:cNvPicPr/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339455" y="4187825"/>
            <a:ext cx="3420000" cy="1800000"/>
          </a:xfrm>
          <a:prstGeom prst="rect">
            <a:avLst/>
          </a:prstGeom>
          <a:ln w="3175" cmpd="sng">
            <a:solidFill>
              <a:schemeClr val="bg1">
                <a:lumMod val="95000"/>
              </a:schemeClr>
            </a:solidFill>
            <a:prstDash val="solid"/>
          </a:ln>
        </p:spPr>
      </p:pic>
      <p:sp>
        <p:nvSpPr>
          <p:cNvPr id="1049270" name="文本框 19"/>
          <p:cNvSpPr txBox="1"/>
          <p:nvPr/>
        </p:nvSpPr>
        <p:spPr>
          <a:xfrm>
            <a:off x="8312785" y="6027420"/>
            <a:ext cx="38074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defTabSz="914400" eaLnBrk="1" fontAlgn="auto" hangingPunct="1">
              <a:buClrTx/>
              <a:buSzTx/>
              <a:buFont typeface="Wingdings" panose="05000000000000000000" charset="0"/>
              <a:buChar char="p"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教师端，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支持课程制作实施，教学管理，智能分析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97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20972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7233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209723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29870" y="924519"/>
            <a:ext cx="1185926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以知识图谱与大语言模型的深度融合作为技术根基，贯通文博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领域的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知识生产、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知识融合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服务三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</a:t>
            </a:r>
            <a:r>
              <a: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。整合结构化知识与自然语言处理能力，增强多源异构文化资源的智能识别与语义关联，推动数据向知识、知识向服务的转化。构建从文化数据积累到知识资产构建、再到面向公众开展知识服务的转化通道，为文博机构提供智慧化运营的基础支撑，明确数字化转型的技术架构和业务路径，助力文化资源活化及价值释放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上箭头 12"/>
          <p:cNvSpPr/>
          <p:nvPr>
            <p:custDataLst>
              <p:tags r:id="rId2"/>
            </p:custDataLst>
          </p:nvPr>
        </p:nvSpPr>
        <p:spPr>
          <a:xfrm>
            <a:off x="396875" y="2113915"/>
            <a:ext cx="302260" cy="457263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125095" y="6012815"/>
            <a:ext cx="80518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 数据资源层</a:t>
            </a:r>
            <a:endParaRPr lang="zh-CN" altLang="en-US" sz="1600" b="1">
              <a:effectLst>
                <a:reflection blurRad="6350" stA="55000" endA="300" endPos="455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4"/>
            </p:custDataLst>
          </p:nvPr>
        </p:nvSpPr>
        <p:spPr>
          <a:xfrm>
            <a:off x="125095" y="5297170"/>
            <a:ext cx="80454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</a:t>
            </a:r>
            <a:endParaRPr lang="zh-CN" altLang="en-US" sz="1600" b="1">
              <a:effectLst>
                <a:reflection blurRad="6350" stA="55000" endA="300" endPos="455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构建层</a:t>
            </a:r>
            <a:endParaRPr lang="zh-CN" altLang="en-US" sz="1600" b="1">
              <a:effectLst>
                <a:reflection blurRad="6350" stA="55000" endA="300" endPos="455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矩形 100"/>
          <p:cNvSpPr/>
          <p:nvPr>
            <p:custDataLst>
              <p:tags r:id="rId5"/>
            </p:custDataLst>
          </p:nvPr>
        </p:nvSpPr>
        <p:spPr>
          <a:xfrm>
            <a:off x="1143635" y="5944235"/>
            <a:ext cx="10623550" cy="80835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4" name="矩形 123"/>
          <p:cNvSpPr/>
          <p:nvPr>
            <p:custDataLst>
              <p:tags r:id="rId6"/>
            </p:custDataLst>
          </p:nvPr>
        </p:nvSpPr>
        <p:spPr>
          <a:xfrm>
            <a:off x="1320165" y="6161405"/>
            <a:ext cx="4555490" cy="33020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3025775" y="6161405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数据手段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8" name="文本框 127"/>
          <p:cNvSpPr txBox="1"/>
          <p:nvPr>
            <p:custDataLst>
              <p:tags r:id="rId8"/>
            </p:custDataLst>
          </p:nvPr>
        </p:nvSpPr>
        <p:spPr>
          <a:xfrm>
            <a:off x="1319530" y="6285865"/>
            <a:ext cx="45561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数据采集、数据清洗、数据融合、数据质量、数据治理</a:t>
            </a:r>
            <a:endParaRPr lang="zh-CN" altLang="en-US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319530" y="6506845"/>
            <a:ext cx="103568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馆藏数据 ｜ 档案目录 ｜ 考古报告 ｜ 研究论文 ｜ 历史文献 ｜ 影像资料</a:t>
            </a:r>
            <a:r>
              <a:rPr kumimoji="1" lang="zh-CN" altLang="en-US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馆藏   </a:t>
            </a:r>
            <a:r>
              <a:rPr kumimoji="1" lang="en-US" altLang="zh-CN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|   </a:t>
            </a:r>
            <a:r>
              <a:rPr kumimoji="1" lang="zh-CN" altLang="en-US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文物文档   </a:t>
            </a:r>
            <a:r>
              <a:rPr kumimoji="1" lang="en-US" altLang="zh-CN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|   </a:t>
            </a:r>
            <a:r>
              <a:rPr kumimoji="1" lang="zh-CN" altLang="en-US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学术论文著作</a:t>
            </a:r>
            <a:r>
              <a:rPr kumimoji="1" lang="zh-CN" altLang="en-US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kumimoji="1" lang="en-US" altLang="zh-CN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|  </a:t>
            </a:r>
            <a:r>
              <a:rPr kumimoji="1" lang="zh-CN" altLang="en-US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文物展前讲解  </a:t>
            </a:r>
            <a:r>
              <a:rPr kumimoji="1" lang="en-US" altLang="zh-CN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|  </a:t>
            </a:r>
            <a:r>
              <a:rPr kumimoji="1" lang="zh-CN" altLang="en-US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文创设计稿  </a:t>
            </a:r>
            <a:r>
              <a:rPr kumimoji="1" lang="en-US" altLang="zh-CN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|  </a:t>
            </a:r>
            <a:r>
              <a:rPr kumimoji="1" lang="zh-CN" altLang="en-US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国风手绘图  </a:t>
            </a:r>
            <a:r>
              <a:rPr kumimoji="1" lang="en-US" altLang="zh-CN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|  </a:t>
            </a:r>
            <a:r>
              <a:rPr kumimoji="1" lang="zh-CN" altLang="en-US" sz="10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文化常识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6953885" y="6161405"/>
            <a:ext cx="4555490" cy="33020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1"/>
            </p:custDataLst>
          </p:nvPr>
        </p:nvSpPr>
        <p:spPr>
          <a:xfrm>
            <a:off x="8659495" y="6161405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技术能力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6953250" y="6285865"/>
            <a:ext cx="45561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ETL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三维激光扫描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高清摄影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红外摄影</a:t>
            </a:r>
            <a:r>
              <a:rPr lang="zh-CN" altLang="en-US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多光谱技术</a:t>
            </a:r>
            <a:endParaRPr lang="en-US" altLang="zh-CN" sz="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65955" y="5965825"/>
            <a:ext cx="4064000" cy="1739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多模态数据采集与治理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3"/>
            </p:custDataLst>
          </p:nvPr>
        </p:nvSpPr>
        <p:spPr>
          <a:xfrm>
            <a:off x="1143635" y="5244465"/>
            <a:ext cx="10623550" cy="6419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595495" y="5280660"/>
            <a:ext cx="3843020" cy="1739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大模型驱动智能抽取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319530" y="5503545"/>
            <a:ext cx="10189845" cy="33020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1689735" y="552958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实体识别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6"/>
            </p:custDataLst>
          </p:nvPr>
        </p:nvSpPr>
        <p:spPr>
          <a:xfrm>
            <a:off x="5936615" y="552958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关系抽取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7"/>
            </p:custDataLst>
          </p:nvPr>
        </p:nvSpPr>
        <p:spPr>
          <a:xfrm>
            <a:off x="10183495" y="552958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事件抽取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319530" y="5655310"/>
            <a:ext cx="101898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人物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｜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文物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｜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机构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｜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事件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｜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朝代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｜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地域</a:t>
            </a:r>
            <a:r>
              <a:rPr kumimoji="1" lang="zh-CN" altLang="en-US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kumimoji="1" lang="en-US" altLang="zh-CN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|   </a:t>
            </a:r>
            <a:r>
              <a:rPr kumimoji="1" lang="zh-CN" altLang="en-US" sz="1000" kern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   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矩形 36"/>
          <p:cNvSpPr/>
          <p:nvPr>
            <p:custDataLst>
              <p:tags r:id="rId19"/>
            </p:custDataLst>
          </p:nvPr>
        </p:nvSpPr>
        <p:spPr>
          <a:xfrm>
            <a:off x="1143635" y="4544060"/>
            <a:ext cx="10623550" cy="6419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595495" y="4584700"/>
            <a:ext cx="3843020" cy="1739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知识图谱构建与管理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20"/>
            </p:custDataLst>
          </p:nvPr>
        </p:nvSpPr>
        <p:spPr>
          <a:xfrm>
            <a:off x="1320165" y="4806315"/>
            <a:ext cx="10189845" cy="33020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366770" y="4938395"/>
            <a:ext cx="6096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文物知识承载   |   文物知识推理   |   文化内容关联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1" name="矩形 40"/>
          <p:cNvSpPr/>
          <p:nvPr>
            <p:custDataLst>
              <p:tags r:id="rId21"/>
            </p:custDataLst>
          </p:nvPr>
        </p:nvSpPr>
        <p:spPr>
          <a:xfrm>
            <a:off x="1689735" y="484124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知识建模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矩形 41"/>
          <p:cNvSpPr/>
          <p:nvPr>
            <p:custDataLst>
              <p:tags r:id="rId22"/>
            </p:custDataLst>
          </p:nvPr>
        </p:nvSpPr>
        <p:spPr>
          <a:xfrm>
            <a:off x="3388360" y="484124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知识清洗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23"/>
            </p:custDataLst>
          </p:nvPr>
        </p:nvSpPr>
        <p:spPr>
          <a:xfrm>
            <a:off x="10182860" y="484124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知识呈现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24"/>
            </p:custDataLst>
          </p:nvPr>
        </p:nvSpPr>
        <p:spPr>
          <a:xfrm>
            <a:off x="5086985" y="484124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知识映射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25"/>
            </p:custDataLst>
          </p:nvPr>
        </p:nvSpPr>
        <p:spPr>
          <a:xfrm>
            <a:off x="6785610" y="484124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知识对齐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26"/>
            </p:custDataLst>
          </p:nvPr>
        </p:nvSpPr>
        <p:spPr>
          <a:xfrm>
            <a:off x="8484235" y="4841240"/>
            <a:ext cx="1144270" cy="12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70C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rIns="7619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知识关联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>
            <a:off x="125730" y="4571365"/>
            <a:ext cx="80454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</a:t>
            </a:r>
            <a:endParaRPr lang="zh-CN" altLang="en-US" sz="1600" b="1">
              <a:effectLst>
                <a:reflection blurRad="6350" stA="55000" endA="300" endPos="455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融合层</a:t>
            </a:r>
            <a:endParaRPr lang="zh-CN" altLang="en-US" sz="1600" b="1">
              <a:effectLst>
                <a:reflection blurRad="6350" stA="55000" endA="300" endPos="455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>
            <p:custDataLst>
              <p:tags r:id="rId28"/>
            </p:custDataLst>
          </p:nvPr>
        </p:nvSpPr>
        <p:spPr>
          <a:xfrm>
            <a:off x="1143635" y="3011170"/>
            <a:ext cx="10623550" cy="14547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矩形 55"/>
          <p:cNvSpPr/>
          <p:nvPr>
            <p:custDataLst>
              <p:tags r:id="rId29"/>
            </p:custDataLst>
          </p:nvPr>
        </p:nvSpPr>
        <p:spPr>
          <a:xfrm>
            <a:off x="1157605" y="3081655"/>
            <a:ext cx="8470900" cy="131953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3635" tIns="51818" rIns="103635" bIns="51818" rtlCol="0" anchor="ctr"/>
          <a:lstStyle/>
          <a:p>
            <a:pPr algn="ctr" defTabSz="688340"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900" b="0" kern="0" dirty="0">
              <a:solidFill>
                <a:srgbClr val="FFFFFF">
                  <a:lumMod val="6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1" name="文本框 47"/>
          <p:cNvSpPr txBox="1"/>
          <p:nvPr>
            <p:custDataLst>
              <p:tags r:id="rId30"/>
            </p:custDataLst>
          </p:nvPr>
        </p:nvSpPr>
        <p:spPr>
          <a:xfrm>
            <a:off x="1157605" y="3040380"/>
            <a:ext cx="84709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defRPr>
            </a:lvl1pPr>
          </a:lstStyle>
          <a:p>
            <a:pPr marL="0" marR="0" lvl="0" indent="0" algn="ctr" defTabSz="14630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sym typeface="+mn-lt"/>
              </a:rPr>
              <a:t>面向游客（</a:t>
            </a: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sym typeface="+mn-lt"/>
              </a:rPr>
              <a:t>To C</a:t>
            </a: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sym typeface="+mn-lt"/>
              </a:rPr>
              <a:t>）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sym typeface="+mn-lt"/>
            </a:endParaRPr>
          </a:p>
        </p:txBody>
      </p:sp>
      <p:sp>
        <p:nvSpPr>
          <p:cNvPr id="54" name="矩形 55"/>
          <p:cNvSpPr/>
          <p:nvPr>
            <p:custDataLst>
              <p:tags r:id="rId31"/>
            </p:custDataLst>
          </p:nvPr>
        </p:nvSpPr>
        <p:spPr>
          <a:xfrm>
            <a:off x="9809480" y="3079750"/>
            <a:ext cx="1906270" cy="132080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103635" tIns="51818" rIns="103635" bIns="51818" rtlCol="0" anchor="ctr"/>
          <a:lstStyle/>
          <a:p>
            <a:pPr algn="ctr" defTabSz="688340"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900" b="0" kern="0" dirty="0">
              <a:solidFill>
                <a:srgbClr val="FFFFFF">
                  <a:lumMod val="6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6" name="文本框 47"/>
          <p:cNvSpPr txBox="1"/>
          <p:nvPr>
            <p:custDataLst>
              <p:tags r:id="rId32"/>
            </p:custDataLst>
          </p:nvPr>
        </p:nvSpPr>
        <p:spPr>
          <a:xfrm>
            <a:off x="9809480" y="3040380"/>
            <a:ext cx="1906270" cy="156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defRPr>
            </a:lvl1pPr>
          </a:lstStyle>
          <a:p>
            <a:pPr marL="0" marR="0" lvl="0" indent="0" algn="ctr" defTabSz="14630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sym typeface="+mn-lt"/>
              </a:rPr>
              <a:t>面向文化机构 (To B)SaaS+私有化部署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sym typeface="+mn-lt"/>
            </a:endParaRPr>
          </a:p>
        </p:txBody>
      </p:sp>
      <p:sp>
        <p:nvSpPr>
          <p:cNvPr id="69" name="矩形 55"/>
          <p:cNvSpPr/>
          <p:nvPr>
            <p:custDataLst>
              <p:tags r:id="rId33"/>
            </p:custDataLst>
          </p:nvPr>
        </p:nvSpPr>
        <p:spPr>
          <a:xfrm>
            <a:off x="9879965" y="3483610"/>
            <a:ext cx="1766570" cy="90043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03635" tIns="51818" rIns="103635" bIns="51818" rtlCol="0" anchor="t" anchorCtr="0">
            <a:noAutofit/>
          </a:bodyPr>
          <a:lstStyle/>
          <a:p>
            <a:pPr lvl="0" algn="ctr" defTabSz="68834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9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运营辅助</a:t>
            </a:r>
            <a:endParaRPr kumimoji="1" lang="zh-CN" altLang="en-US" sz="900" b="1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9971405" y="3704590"/>
            <a:ext cx="1651635" cy="626110"/>
            <a:chOff x="15703" y="5954"/>
            <a:chExt cx="2601" cy="866"/>
          </a:xfrm>
        </p:grpSpPr>
        <p:sp>
          <p:nvSpPr>
            <p:cNvPr id="70" name="文本框 24"/>
            <p:cNvSpPr/>
            <p:nvPr>
              <p:custDataLst>
                <p:tags r:id="rId34"/>
              </p:custDataLst>
            </p:nvPr>
          </p:nvSpPr>
          <p:spPr>
            <a:xfrm>
              <a:off x="15703" y="5954"/>
              <a:ext cx="1267" cy="2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设备运维助手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3" name="文本框 24"/>
            <p:cNvSpPr/>
            <p:nvPr>
              <p:custDataLst>
                <p:tags r:id="rId35"/>
              </p:custDataLst>
            </p:nvPr>
          </p:nvSpPr>
          <p:spPr>
            <a:xfrm>
              <a:off x="15703" y="6570"/>
              <a:ext cx="2601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项目管理助手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4" name="文本框 24"/>
            <p:cNvSpPr/>
            <p:nvPr>
              <p:custDataLst>
                <p:tags r:id="rId36"/>
              </p:custDataLst>
            </p:nvPr>
          </p:nvSpPr>
          <p:spPr>
            <a:xfrm>
              <a:off x="15703" y="6243"/>
              <a:ext cx="1267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场馆调度助手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5" name="文本框 24"/>
            <p:cNvSpPr/>
            <p:nvPr>
              <p:custDataLst>
                <p:tags r:id="rId37"/>
              </p:custDataLst>
            </p:nvPr>
          </p:nvSpPr>
          <p:spPr>
            <a:xfrm>
              <a:off x="17038" y="5955"/>
              <a:ext cx="1267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文物研究助手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3" name="文本框 24"/>
            <p:cNvSpPr/>
            <p:nvPr>
              <p:custDataLst>
                <p:tags r:id="rId38"/>
              </p:custDataLst>
            </p:nvPr>
          </p:nvSpPr>
          <p:spPr>
            <a:xfrm>
              <a:off x="17038" y="6243"/>
              <a:ext cx="1267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办公助手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84" name="矩形 55"/>
          <p:cNvSpPr/>
          <p:nvPr>
            <p:custDataLst>
              <p:tags r:id="rId39"/>
            </p:custDataLst>
          </p:nvPr>
        </p:nvSpPr>
        <p:spPr>
          <a:xfrm>
            <a:off x="1276350" y="3267710"/>
            <a:ext cx="4091305" cy="111569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03635" tIns="51818" rIns="103635" bIns="51818" rtlCol="0" anchor="t" anchorCtr="0"/>
          <a:lstStyle/>
          <a:p>
            <a:pPr algn="ctr" defTabSz="688340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9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智慧伴游（游客服务 SaaS）</a:t>
            </a:r>
            <a:endParaRPr kumimoji="1" lang="zh-CN" altLang="en-US" sz="900" b="1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18895" y="3483610"/>
            <a:ext cx="1113790" cy="285750"/>
            <a:chOff x="2079" y="5486"/>
            <a:chExt cx="1754" cy="450"/>
          </a:xfrm>
        </p:grpSpPr>
        <p:sp>
          <p:nvSpPr>
            <p:cNvPr id="85" name="文本框 56"/>
            <p:cNvSpPr/>
            <p:nvPr>
              <p:custDataLst>
                <p:tags r:id="rId40"/>
              </p:custDataLst>
            </p:nvPr>
          </p:nvSpPr>
          <p:spPr>
            <a:xfrm>
              <a:off x="2079" y="5602"/>
              <a:ext cx="1755" cy="334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</a:ln>
          </p:spPr>
          <p:txBody>
            <a:bodyPr wrap="square" rtlCol="0" anchor="t">
              <a:noAutofit/>
            </a:bodyPr>
            <a:lstStyle/>
            <a:p>
              <a:pPr marR="0" lvl="0" indent="0" algn="just" defTabSz="273050" rt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60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汉仪中黑简" panose="02010600000101010101" pitchFamily="2" charset="-122"/>
                  <a:sym typeface="汉仪旗黑-55简" panose="00020600040101010101" charset="-122"/>
                </a:rPr>
                <a:t>通过拍照、问答等</a:t>
              </a:r>
              <a:r>
                <a:rPr lang="zh-CN" altLang="en-US" sz="600" b="1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汉仪中黑简" panose="02010600000101010101" pitchFamily="2" charset="-122"/>
                  <a:sym typeface="汉仪旗黑-55简" panose="00020600040101010101" charset="-122"/>
                </a:rPr>
                <a:t>多模态交互方式</a:t>
              </a:r>
              <a:r>
                <a:rPr lang="zh-CN" altLang="en-US" sz="60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汉仪中黑简" panose="02010600000101010101" pitchFamily="2" charset="-122"/>
                  <a:sym typeface="汉仪旗黑-55简" panose="00020600040101010101" charset="-122"/>
                </a:rPr>
                <a:t>与文物进行互动，了解文物历史背景和文化价值</a:t>
              </a:r>
              <a:endParaRPr lang="zh-CN" altLang="en-US" sz="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中黑简" panose="02010600000101010101" pitchFamily="2" charset="-122"/>
                <a:sym typeface="汉仪旗黑-55简" panose="00020600040101010101" charset="-122"/>
              </a:endParaRPr>
            </a:p>
          </p:txBody>
        </p:sp>
        <p:sp>
          <p:nvSpPr>
            <p:cNvPr id="86" name="文本框 24"/>
            <p:cNvSpPr/>
            <p:nvPr>
              <p:custDataLst>
                <p:tags r:id="rId41"/>
              </p:custDataLst>
            </p:nvPr>
          </p:nvSpPr>
          <p:spPr>
            <a:xfrm>
              <a:off x="2079" y="5486"/>
              <a:ext cx="1755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文物知识智伴</a:t>
              </a:r>
              <a:endParaRPr lang="en-US" altLang="zh-CN" sz="700" b="1" kern="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893820" y="3492500"/>
            <a:ext cx="1383030" cy="337185"/>
            <a:chOff x="2079" y="5971"/>
            <a:chExt cx="3006" cy="531"/>
          </a:xfrm>
        </p:grpSpPr>
        <p:sp>
          <p:nvSpPr>
            <p:cNvPr id="88" name="文本框 56"/>
            <p:cNvSpPr/>
            <p:nvPr>
              <p:custDataLst>
                <p:tags r:id="rId42"/>
              </p:custDataLst>
            </p:nvPr>
          </p:nvSpPr>
          <p:spPr>
            <a:xfrm>
              <a:off x="2079" y="6192"/>
              <a:ext cx="3006" cy="31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zh-CN" sz="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智能博物馆导览，</a:t>
              </a:r>
              <a:r>
                <a:rPr lang="zh-CN" sz="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支持</a:t>
              </a:r>
              <a:r>
                <a:rPr lang="zh-CN" sz="6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动态</a:t>
              </a:r>
              <a:r>
                <a:rPr lang="zh-CN" sz="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路线规划导览、智能</a:t>
              </a:r>
              <a:r>
                <a:rPr lang="zh-CN" sz="6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随导随讲。</a:t>
              </a:r>
              <a:r>
                <a:rPr lang="zh-CN" altLang="en-US" sz="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基于游客画像推荐线上云展内容</a:t>
              </a:r>
              <a:endParaRPr lang="zh-CN" altLang="en-US"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9" name="文本框 24"/>
            <p:cNvSpPr/>
            <p:nvPr>
              <p:custDataLst>
                <p:tags r:id="rId43"/>
              </p:custDataLst>
            </p:nvPr>
          </p:nvSpPr>
          <p:spPr>
            <a:xfrm>
              <a:off x="2079" y="5971"/>
              <a:ext cx="2960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智能导览助手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90" name="矩形 89"/>
          <p:cNvSpPr/>
          <p:nvPr>
            <p:custDataLst>
              <p:tags r:id="rId44"/>
            </p:custDataLst>
          </p:nvPr>
        </p:nvSpPr>
        <p:spPr>
          <a:xfrm>
            <a:off x="1320165" y="3876040"/>
            <a:ext cx="1879600" cy="19621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47303" y="3490595"/>
            <a:ext cx="1289685" cy="292735"/>
            <a:chOff x="5434" y="5486"/>
            <a:chExt cx="2434" cy="461"/>
          </a:xfrm>
        </p:grpSpPr>
        <p:sp>
          <p:nvSpPr>
            <p:cNvPr id="91" name="文本框 56"/>
            <p:cNvSpPr/>
            <p:nvPr>
              <p:custDataLst>
                <p:tags r:id="rId45"/>
              </p:custDataLst>
            </p:nvPr>
          </p:nvSpPr>
          <p:spPr>
            <a:xfrm>
              <a:off x="5434" y="5611"/>
              <a:ext cx="2363" cy="336"/>
            </a:xfrm>
            <a:prstGeom prst="rect">
              <a:avLst/>
            </a:prstGeom>
            <a:noFill/>
            <a:ln>
              <a:solidFill>
                <a:srgbClr val="000000">
                  <a:alpha val="0"/>
                </a:srgbClr>
              </a:solidFill>
            </a:ln>
          </p:spPr>
          <p:txBody>
            <a:bodyPr wrap="square" rtlCol="0" anchor="t">
              <a:noAutofit/>
            </a:bodyPr>
            <a:lstStyle/>
            <a:p>
              <a:pPr algn="just"/>
              <a:r>
                <a:rPr lang="zh-CN" altLang="en-US" sz="6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汉仪中黑简" panose="02010600000101010101" pitchFamily="2" charset="-122"/>
                  <a:sym typeface="汉仪旗黑-55简" panose="00020600040101010101" charset="-122"/>
                </a:rPr>
                <a:t>基于文物数据，自动</a:t>
              </a:r>
              <a:r>
                <a:rPr lang="zh-CN" altLang="en-US" sz="6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汉仪中黑简" panose="02010600000101010101" pitchFamily="2" charset="-122"/>
                  <a:sym typeface="汉仪旗黑-55简" panose="00020600040101010101" charset="-122"/>
                </a:rPr>
                <a:t>生成多版本讲解词</a:t>
              </a:r>
              <a:r>
                <a:rPr lang="zh-CN" altLang="en-US" sz="6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汉仪中黑简" panose="02010600000101010101" pitchFamily="2" charset="-122"/>
                  <a:sym typeface="汉仪旗黑-55简" panose="00020600040101010101" charset="-122"/>
                </a:rPr>
                <a:t>，支持学术版、少儿版、趣味版等差异化输出</a:t>
              </a:r>
              <a:endParaRPr lang="zh-CN" altLang="en-US" sz="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中黑简" panose="02010600000101010101" pitchFamily="2" charset="-122"/>
                <a:sym typeface="汉仪旗黑-55简" panose="00020600040101010101" charset="-122"/>
              </a:endParaRPr>
            </a:p>
          </p:txBody>
        </p:sp>
        <p:sp>
          <p:nvSpPr>
            <p:cNvPr id="92" name="文本框 24"/>
            <p:cNvSpPr/>
            <p:nvPr>
              <p:custDataLst>
                <p:tags r:id="rId46"/>
              </p:custDataLst>
            </p:nvPr>
          </p:nvSpPr>
          <p:spPr>
            <a:xfrm>
              <a:off x="5434" y="5486"/>
              <a:ext cx="2434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讲解词生成助手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42956" y="3968115"/>
            <a:ext cx="1298378" cy="325755"/>
            <a:chOff x="5433" y="5978"/>
            <a:chExt cx="2961" cy="513"/>
          </a:xfrm>
        </p:grpSpPr>
        <p:sp>
          <p:nvSpPr>
            <p:cNvPr id="94" name="文本框 24"/>
            <p:cNvSpPr/>
            <p:nvPr>
              <p:custDataLst>
                <p:tags r:id="rId47"/>
              </p:custDataLst>
            </p:nvPr>
          </p:nvSpPr>
          <p:spPr>
            <a:xfrm>
              <a:off x="5434" y="5978"/>
              <a:ext cx="2960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文物故事串讲助手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5" name="矩形 94"/>
            <p:cNvSpPr/>
            <p:nvPr>
              <p:custDataLst>
                <p:tags r:id="rId48"/>
              </p:custDataLst>
            </p:nvPr>
          </p:nvSpPr>
          <p:spPr>
            <a:xfrm>
              <a:off x="5433" y="6190"/>
              <a:ext cx="2961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zh-CN" sz="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文物历史故事的动态生成与互动剧情创作。支持</a:t>
              </a:r>
              <a:r>
                <a:rPr lang="zh-CN" sz="6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“口唇-表情-动作”</a:t>
              </a:r>
              <a:r>
                <a:rPr lang="zh-CN" sz="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全语义贯穿数智人讲解</a:t>
              </a:r>
              <a:endParaRPr lang="zh-CN"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318895" y="3968115"/>
            <a:ext cx="1193800" cy="441960"/>
            <a:chOff x="2079" y="6441"/>
            <a:chExt cx="2962" cy="696"/>
          </a:xfrm>
        </p:grpSpPr>
        <p:sp>
          <p:nvSpPr>
            <p:cNvPr id="97" name="文本框 96"/>
            <p:cNvSpPr txBox="1"/>
            <p:nvPr>
              <p:custDataLst>
                <p:tags r:id="rId49"/>
              </p:custDataLst>
            </p:nvPr>
          </p:nvSpPr>
          <p:spPr>
            <a:xfrm>
              <a:off x="2080" y="6557"/>
              <a:ext cx="2961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结合文物创意重组，快速生成科普短视频。将文物数据转化为可视化叙事内容</a:t>
              </a:r>
              <a:endParaRPr lang="zh-CN" altLang="en-US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6" name="文本框 24"/>
            <p:cNvSpPr/>
            <p:nvPr>
              <p:custDataLst>
                <p:tags r:id="rId50"/>
              </p:custDataLst>
            </p:nvPr>
          </p:nvSpPr>
          <p:spPr>
            <a:xfrm>
              <a:off x="2079" y="6441"/>
              <a:ext cx="2960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讲解视频生成助手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975100" y="3968115"/>
            <a:ext cx="1159510" cy="288290"/>
            <a:chOff x="5434" y="6451"/>
            <a:chExt cx="2960" cy="454"/>
          </a:xfrm>
        </p:grpSpPr>
        <p:sp>
          <p:nvSpPr>
            <p:cNvPr id="99" name="文本框 56"/>
            <p:cNvSpPr/>
            <p:nvPr>
              <p:custDataLst>
                <p:tags r:id="rId51"/>
              </p:custDataLst>
            </p:nvPr>
          </p:nvSpPr>
          <p:spPr>
            <a:xfrm>
              <a:off x="5434" y="6616"/>
              <a:ext cx="2960" cy="28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indent="0" algn="just">
                <a:buFont typeface="Wingdings" panose="05000000000000000000" charset="0"/>
                <a:buNone/>
              </a:pPr>
              <a:r>
                <a:rPr lang="zh-CN" sz="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文物使用场景活化，可生成</a:t>
              </a:r>
              <a:r>
                <a:rPr lang="zh-CN" sz="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文物历史场景还原</a:t>
              </a:r>
              <a:r>
                <a:rPr lang="zh-CN" sz="6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视频</a:t>
              </a:r>
              <a:endParaRPr lang="zh-CN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0" name="文本框 24"/>
            <p:cNvSpPr/>
            <p:nvPr>
              <p:custDataLst>
                <p:tags r:id="rId52"/>
              </p:custDataLst>
            </p:nvPr>
          </p:nvSpPr>
          <p:spPr>
            <a:xfrm>
              <a:off x="5434" y="6451"/>
              <a:ext cx="2960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文物场景复现助手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03" name="矩形 55"/>
          <p:cNvSpPr/>
          <p:nvPr>
            <p:custDataLst>
              <p:tags r:id="rId53"/>
            </p:custDataLst>
          </p:nvPr>
        </p:nvSpPr>
        <p:spPr>
          <a:xfrm>
            <a:off x="8001000" y="3267710"/>
            <a:ext cx="1568450" cy="111569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03635" tIns="51818" rIns="103635" bIns="51818" rtlCol="0" anchor="t" anchorCtr="0">
            <a:noAutofit/>
          </a:bodyPr>
          <a:lstStyle/>
          <a:p>
            <a:pPr lvl="0" algn="ctr" defTabSz="68834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9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目的地服务</a:t>
            </a:r>
            <a:endParaRPr kumimoji="1" lang="zh-CN" altLang="en-US" sz="900" b="1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8041640" y="3492500"/>
            <a:ext cx="1498600" cy="871806"/>
            <a:chOff x="12350" y="2809"/>
            <a:chExt cx="2552" cy="3422"/>
          </a:xfrm>
        </p:grpSpPr>
        <p:sp>
          <p:nvSpPr>
            <p:cNvPr id="109" name="文本框 24"/>
            <p:cNvSpPr/>
            <p:nvPr>
              <p:custDataLst>
                <p:tags r:id="rId54"/>
              </p:custDataLst>
            </p:nvPr>
          </p:nvSpPr>
          <p:spPr>
            <a:xfrm>
              <a:off x="12351" y="2809"/>
              <a:ext cx="2551" cy="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AI伴游助手（API）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55"/>
              </p:custDataLst>
            </p:nvPr>
          </p:nvSpPr>
          <p:spPr>
            <a:xfrm>
              <a:off x="12350" y="3260"/>
              <a:ext cx="2551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文本框 56"/>
            <p:cNvSpPr/>
            <p:nvPr>
              <p:custDataLst>
                <p:tags r:id="rId56"/>
              </p:custDataLst>
            </p:nvPr>
          </p:nvSpPr>
          <p:spPr>
            <a:xfrm>
              <a:off x="12351" y="5149"/>
              <a:ext cx="2551" cy="10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just"/>
              <a:r>
                <a:rPr sz="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高效生成</a:t>
              </a:r>
              <a:r>
                <a:rPr sz="6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个性化旅行路线及攻略</a:t>
              </a:r>
              <a:r>
                <a:rPr sz="6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，为用户提供精准、灵活的旅行方案</a:t>
              </a:r>
              <a:endParaRPr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3" name="文本框 24"/>
            <p:cNvSpPr/>
            <p:nvPr>
              <p:custDataLst>
                <p:tags r:id="rId57"/>
              </p:custDataLst>
            </p:nvPr>
          </p:nvSpPr>
          <p:spPr>
            <a:xfrm>
              <a:off x="12350" y="4806"/>
              <a:ext cx="2551" cy="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700" b="1" kern="0" dirty="0"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AI定制游助手(API)</a:t>
              </a:r>
              <a:endPara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4" name="矩形 113"/>
            <p:cNvSpPr/>
            <p:nvPr>
              <p:custDataLst>
                <p:tags r:id="rId58"/>
              </p:custDataLst>
            </p:nvPr>
          </p:nvSpPr>
          <p:spPr>
            <a:xfrm>
              <a:off x="12350" y="5064"/>
              <a:ext cx="2551" cy="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6" name="文本框 56"/>
            <p:cNvSpPr/>
            <p:nvPr>
              <p:custDataLst>
                <p:tags r:id="rId59"/>
              </p:custDataLst>
            </p:nvPr>
          </p:nvSpPr>
          <p:spPr>
            <a:xfrm>
              <a:off x="12350" y="3210"/>
              <a:ext cx="2551" cy="11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lstStyle/>
            <a:p>
              <a:pPr indent="0" algn="just">
                <a:buFont typeface="Wingdings" panose="05000000000000000000" charset="0"/>
                <a:buNone/>
              </a:pPr>
              <a:r>
                <a:rPr lang="zh-CN" sz="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赋能</a:t>
              </a:r>
              <a:r>
                <a:rPr sz="6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景点推荐、文旅优惠、行程规划以及实时旅游资讯</a:t>
              </a:r>
              <a:r>
                <a:rPr sz="6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等，提供丰富旅游服务和优质用户体验</a:t>
              </a:r>
              <a:endParaRPr lang="zh-CN" sz="600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17" name="矩形 55"/>
          <p:cNvSpPr/>
          <p:nvPr>
            <p:custDataLst>
              <p:tags r:id="rId60"/>
            </p:custDataLst>
          </p:nvPr>
        </p:nvSpPr>
        <p:spPr>
          <a:xfrm>
            <a:off x="5497830" y="3267710"/>
            <a:ext cx="2372995" cy="1115695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103635" tIns="51818" rIns="103635" bIns="51818" rtlCol="0" anchor="t" anchorCtr="0">
            <a:noAutofit/>
          </a:bodyPr>
          <a:lstStyle/>
          <a:p>
            <a:pPr lvl="0" algn="ctr" defTabSz="68834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9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增值类（文创开发</a:t>
            </a:r>
            <a:r>
              <a:rPr kumimoji="1" lang="zh-CN" altLang="en-US" sz="9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SaaS</a:t>
            </a:r>
            <a:r>
              <a:rPr kumimoji="1" lang="zh-CN" altLang="en-US" sz="900" b="1" ker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）</a:t>
            </a:r>
            <a:endParaRPr kumimoji="1" lang="zh-CN" altLang="en-US" sz="900" b="1" ker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0" name="文本框 56"/>
          <p:cNvSpPr/>
          <p:nvPr>
            <p:custDataLst>
              <p:tags r:id="rId61"/>
            </p:custDataLst>
          </p:nvPr>
        </p:nvSpPr>
        <p:spPr>
          <a:xfrm>
            <a:off x="6717665" y="3622040"/>
            <a:ext cx="1114425" cy="2108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just"/>
            <a:r>
              <a:rPr lang="en-US" altLang="zh-CN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秒</a:t>
            </a:r>
            <a:r>
              <a:rPr lang="en-US" altLang="zh-CN"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换脸，</a:t>
            </a:r>
            <a:r>
              <a:rPr lang="en-US" altLang="zh-CN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</a:t>
            </a:r>
            <a:r>
              <a:rPr lang="zh-CN" altLang="en-US" sz="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秒</a:t>
            </a:r>
            <a:r>
              <a:rPr lang="zh-CN" altLang="en-US"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生成视频，赋能沉浸式博物馆体验</a:t>
            </a:r>
            <a:endParaRPr lang="zh-CN" altLang="en-US" sz="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1" name="文本框 24"/>
          <p:cNvSpPr/>
          <p:nvPr>
            <p:custDataLst>
              <p:tags r:id="rId62"/>
            </p:custDataLst>
          </p:nvPr>
        </p:nvSpPr>
        <p:spPr>
          <a:xfrm>
            <a:off x="6717030" y="3490595"/>
            <a:ext cx="1145540" cy="144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AI换装智能体</a:t>
            </a:r>
            <a:endParaRPr lang="en-US" altLang="zh-CN" sz="700" b="1" kern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2" name="矩形 121"/>
          <p:cNvSpPr/>
          <p:nvPr>
            <p:custDataLst>
              <p:tags r:id="rId63"/>
            </p:custDataLst>
          </p:nvPr>
        </p:nvSpPr>
        <p:spPr>
          <a:xfrm>
            <a:off x="6717030" y="3638550"/>
            <a:ext cx="1114425" cy="231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24"/>
          <p:cNvSpPr/>
          <p:nvPr>
            <p:custDataLst>
              <p:tags r:id="rId64"/>
            </p:custDataLst>
          </p:nvPr>
        </p:nvSpPr>
        <p:spPr>
          <a:xfrm>
            <a:off x="5532755" y="3930015"/>
            <a:ext cx="1145540" cy="132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汉服生成智能体</a:t>
            </a:r>
            <a:endParaRPr lang="en-US" altLang="zh-CN" sz="700" b="1" kern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4" name="矩形 133"/>
          <p:cNvSpPr/>
          <p:nvPr>
            <p:custDataLst>
              <p:tags r:id="rId65"/>
            </p:custDataLst>
          </p:nvPr>
        </p:nvSpPr>
        <p:spPr>
          <a:xfrm>
            <a:off x="5533390" y="4028440"/>
            <a:ext cx="1114425" cy="32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矩形 134"/>
          <p:cNvSpPr/>
          <p:nvPr>
            <p:custDataLst>
              <p:tags r:id="rId66"/>
            </p:custDataLst>
          </p:nvPr>
        </p:nvSpPr>
        <p:spPr>
          <a:xfrm>
            <a:off x="5533390" y="4028440"/>
            <a:ext cx="1114425" cy="2978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lvl="0" algn="just">
              <a:buClrTx/>
              <a:buSzTx/>
              <a:buFontTx/>
            </a:pPr>
            <a:r>
              <a:rPr lang="zh-CN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输入朝代关键词如“唐代襦裙</a:t>
            </a:r>
            <a:r>
              <a:rPr lang="en-US" altLang="zh-CN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、“宋代褙子</a:t>
            </a:r>
            <a:r>
              <a:rPr lang="en-US" altLang="zh-CN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等，</a:t>
            </a:r>
            <a:r>
              <a:rPr lang="zh-CN" sz="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自动生成对应</a:t>
            </a:r>
            <a:r>
              <a:rPr lang="zh-CN" sz="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形制汉服设计图</a:t>
            </a:r>
            <a:endParaRPr lang="zh-CN" sz="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6" name="文本框 135"/>
          <p:cNvSpPr txBox="1"/>
          <p:nvPr>
            <p:custDataLst>
              <p:tags r:id="rId67"/>
            </p:custDataLst>
          </p:nvPr>
        </p:nvSpPr>
        <p:spPr>
          <a:xfrm>
            <a:off x="5532755" y="3612515"/>
            <a:ext cx="1114425" cy="2292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中黑简" panose="02010600000101010101" pitchFamily="2" charset="-122"/>
                <a:sym typeface="汉仪旗黑-55简" panose="00020600040101010101" charset="-122"/>
              </a:rPr>
              <a:t>基于文物素材原型及提示词，</a:t>
            </a:r>
            <a:r>
              <a:rPr lang="zh-CN" altLang="en-US" sz="600" b="1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中黑简" panose="02010600000101010101" pitchFamily="2" charset="-122"/>
                <a:sym typeface="汉仪旗黑-55简" panose="00020600040101010101" charset="-122"/>
              </a:rPr>
              <a:t>一键生成文创产品设计稿</a:t>
            </a:r>
            <a:endParaRPr lang="zh-CN" altLang="en-US" sz="60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中黑简" panose="02010600000101010101" pitchFamily="2" charset="-122"/>
              <a:sym typeface="汉仪旗黑-55简" panose="0002060004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60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中黑简" panose="02010600000101010101" pitchFamily="2" charset="-122"/>
              <a:sym typeface="汉仪旗黑-55简" panose="00020600040101010101" charset="-122"/>
            </a:endParaRPr>
          </a:p>
        </p:txBody>
      </p:sp>
      <p:sp>
        <p:nvSpPr>
          <p:cNvPr id="144" name="文本框 24"/>
          <p:cNvSpPr/>
          <p:nvPr>
            <p:custDataLst>
              <p:tags r:id="rId68"/>
            </p:custDataLst>
          </p:nvPr>
        </p:nvSpPr>
        <p:spPr>
          <a:xfrm>
            <a:off x="5532755" y="3486785"/>
            <a:ext cx="1145540" cy="147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文创产品设计助手</a:t>
            </a:r>
            <a:endParaRPr lang="en-US" altLang="zh-CN" sz="700" b="1" kern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8" name="矩形 147"/>
          <p:cNvSpPr/>
          <p:nvPr>
            <p:custDataLst>
              <p:tags r:id="rId69"/>
            </p:custDataLst>
          </p:nvPr>
        </p:nvSpPr>
        <p:spPr>
          <a:xfrm>
            <a:off x="5532755" y="3639185"/>
            <a:ext cx="1114425" cy="23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56"/>
          <p:cNvSpPr/>
          <p:nvPr>
            <p:custDataLst>
              <p:tags r:id="rId70"/>
            </p:custDataLst>
          </p:nvPr>
        </p:nvSpPr>
        <p:spPr>
          <a:xfrm>
            <a:off x="6717030" y="4033520"/>
            <a:ext cx="111442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just"/>
            <a:r>
              <a:rPr sz="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以不同历史朝代文物为原型与基本素材，生成代表文物特性的人物形象</a:t>
            </a:r>
            <a:endParaRPr sz="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5" name="文本框 24"/>
          <p:cNvSpPr/>
          <p:nvPr>
            <p:custDataLst>
              <p:tags r:id="rId71"/>
            </p:custDataLst>
          </p:nvPr>
        </p:nvSpPr>
        <p:spPr>
          <a:xfrm>
            <a:off x="6716395" y="3930015"/>
            <a:ext cx="1145540" cy="132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700" b="1" kern="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文物拟人IP智能体</a:t>
            </a:r>
            <a:endParaRPr lang="en-US" altLang="zh-CN" sz="700" b="1" kern="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8" name="矩形 157"/>
          <p:cNvSpPr/>
          <p:nvPr>
            <p:custDataLst>
              <p:tags r:id="rId72"/>
            </p:custDataLst>
          </p:nvPr>
        </p:nvSpPr>
        <p:spPr>
          <a:xfrm>
            <a:off x="6717030" y="4033520"/>
            <a:ext cx="1114425" cy="323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>
            <p:custDataLst>
              <p:tags r:id="rId73"/>
            </p:custDataLst>
          </p:nvPr>
        </p:nvSpPr>
        <p:spPr>
          <a:xfrm>
            <a:off x="125730" y="3492500"/>
            <a:ext cx="804545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智能体</a:t>
            </a:r>
            <a:endParaRPr lang="zh-CN" altLang="en-US" sz="1600" b="1">
              <a:effectLst>
                <a:reflection blurRad="6350" stA="55000" endA="300" endPos="45500" dir="5400000" sy="-100000" algn="bl" rotWithShape="0"/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7" name="矩形 176"/>
          <p:cNvSpPr/>
          <p:nvPr>
            <p:custDataLst>
              <p:tags r:id="rId74"/>
            </p:custDataLst>
          </p:nvPr>
        </p:nvSpPr>
        <p:spPr>
          <a:xfrm>
            <a:off x="1143635" y="2060575"/>
            <a:ext cx="10623550" cy="89979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C00000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8" name="矩形 177"/>
          <p:cNvSpPr/>
          <p:nvPr>
            <p:custDataLst>
              <p:tags r:id="rId75"/>
            </p:custDataLst>
          </p:nvPr>
        </p:nvSpPr>
        <p:spPr>
          <a:xfrm>
            <a:off x="1320165" y="2106930"/>
            <a:ext cx="3331210" cy="79184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9" name="矩形 178"/>
          <p:cNvSpPr/>
          <p:nvPr>
            <p:custDataLst>
              <p:tags r:id="rId76"/>
            </p:custDataLst>
          </p:nvPr>
        </p:nvSpPr>
        <p:spPr>
          <a:xfrm>
            <a:off x="4817745" y="2106930"/>
            <a:ext cx="3331210" cy="79184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4" name="矩形 183"/>
          <p:cNvSpPr/>
          <p:nvPr>
            <p:custDataLst>
              <p:tags r:id="rId77"/>
            </p:custDataLst>
          </p:nvPr>
        </p:nvSpPr>
        <p:spPr>
          <a:xfrm>
            <a:off x="8315325" y="2106930"/>
            <a:ext cx="3360420" cy="80899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9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1494790" y="2075815"/>
            <a:ext cx="30378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智慧科研</a:t>
            </a:r>
            <a:endParaRPr lang="zh-CN" altLang="zh-CN" sz="10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辅助学术深度挖掘</a:t>
            </a:r>
            <a:endParaRPr lang="zh-CN" altLang="zh-CN" sz="10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5003800" y="2075815"/>
            <a:ext cx="30378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智慧策展</a:t>
            </a:r>
            <a:endParaRPr lang="zh-CN" altLang="zh-CN" sz="10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zh-CN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创新展览叙事体验</a:t>
            </a:r>
            <a:endParaRPr lang="zh-CN" altLang="zh-CN" sz="10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438515" y="2075815"/>
            <a:ext cx="30378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智慧伴游</a:t>
            </a:r>
            <a:endParaRPr lang="zh-CN" altLang="zh-CN" sz="10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  <a:p>
            <a: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提升游客</a:t>
            </a:r>
            <a:r>
              <a:rPr lang="zh-CN" altLang="zh-CN" sz="10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Segoe UI" panose="020B0502040204020203" pitchFamily="34" charset="0"/>
                <a:sym typeface="+mn-ea"/>
              </a:rPr>
              <a:t>体验</a:t>
            </a:r>
            <a:endParaRPr lang="zh-CN" altLang="zh-CN" sz="10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343660" y="2492375"/>
            <a:ext cx="33077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zh-CN" sz="1100" kern="0" dirty="0">
                <a:solidFill>
                  <a:schemeClr val="tx1"/>
                </a:solidFill>
                <a:effectLst/>
                <a:latin typeface="+mj-ea"/>
                <a:ea typeface="+mj-ea"/>
                <a:cs typeface="Segoe UI" panose="020B0502040204020203" pitchFamily="34" charset="0"/>
                <a:sym typeface="+mn-ea"/>
              </a:rPr>
              <a:t>为文博研究者提供强大的知识发现工具，</a:t>
            </a:r>
            <a:r>
              <a:rPr lang="zh-CN" altLang="zh-CN" sz="1100" kern="0" dirty="0">
                <a:effectLst/>
                <a:latin typeface="+mj-ea"/>
                <a:ea typeface="+mj-ea"/>
                <a:cs typeface="Segoe UI" panose="020B0502040204020203" pitchFamily="34" charset="0"/>
                <a:sym typeface="+mn-ea"/>
              </a:rPr>
              <a:t>帮助学者发现隐含的学术关联，</a:t>
            </a:r>
            <a:r>
              <a:rPr lang="zh-CN" altLang="zh-CN" sz="1100" kern="0" dirty="0">
                <a:solidFill>
                  <a:schemeClr val="tx1"/>
                </a:solidFill>
                <a:effectLst/>
                <a:latin typeface="+mj-ea"/>
                <a:ea typeface="+mj-ea"/>
                <a:cs typeface="Segoe UI" panose="020B0502040204020203" pitchFamily="34" charset="0"/>
                <a:sym typeface="+mn-ea"/>
              </a:rPr>
              <a:t>显著提升科研效率。</a:t>
            </a:r>
            <a:endParaRPr lang="zh-CN" altLang="zh-CN" sz="1100" kern="0" dirty="0">
              <a:solidFill>
                <a:schemeClr val="tx1"/>
              </a:solidFill>
              <a:effectLst/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4814570" y="2492375"/>
            <a:ext cx="33077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zh-CN" sz="1100" kern="0" dirty="0">
                <a:effectLst/>
                <a:latin typeface="+mj-ea"/>
                <a:ea typeface="+mj-ea"/>
                <a:cs typeface="Segoe UI" panose="020B0502040204020203" pitchFamily="34" charset="0"/>
                <a:sym typeface="+mn-ea"/>
              </a:rPr>
              <a:t>为策展工作提供了从创意到落地的全流程智能化支持，自动推荐关联文物，生成叙事线索。</a:t>
            </a:r>
            <a:endParaRPr lang="zh-CN" altLang="zh-CN" sz="1100" kern="0" dirty="0">
              <a:effectLst/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321040" y="2492375"/>
            <a:ext cx="33077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zh-CN" sz="1100" kern="0" dirty="0">
                <a:effectLst/>
                <a:latin typeface="+mj-ea"/>
                <a:ea typeface="+mj-ea"/>
                <a:cs typeface="Segoe UI" panose="020B0502040204020203" pitchFamily="34" charset="0"/>
                <a:sym typeface="+mn-ea"/>
              </a:rPr>
              <a:t>为观众提供个性化导览与深度知识探索服务，链接背后隐形知识，开启文明溯源之旅。</a:t>
            </a:r>
            <a:endParaRPr lang="zh-CN" altLang="zh-CN" sz="1100" kern="0" dirty="0">
              <a:effectLst/>
              <a:latin typeface="+mj-ea"/>
              <a:ea typeface="+mj-ea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02" name="标题 3"/>
          <p:cNvSpPr txBox="1"/>
          <p:nvPr/>
        </p:nvSpPr>
        <p:spPr>
          <a:xfrm>
            <a:off x="200197" y="331652"/>
            <a:ext cx="11185504" cy="460375"/>
          </a:xfrm>
          <a:prstGeom prst="rect">
            <a:avLst/>
          </a:prstGeom>
        </p:spPr>
        <p:txBody>
          <a:bodyPr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文博文创</a:t>
            </a:r>
            <a:r>
              <a:rPr lang="zh-CN" altLang="en-US" sz="2400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智能体架构</a:t>
            </a:r>
            <a:endParaRPr lang="zh-CN" altLang="en-US" sz="2400" dirty="0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: 形状 28"/>
          <p:cNvSpPr/>
          <p:nvPr>
            <p:custDataLst>
              <p:tags r:id="rId1"/>
            </p:custDataLst>
          </p:nvPr>
        </p:nvSpPr>
        <p:spPr>
          <a:xfrm>
            <a:off x="459740" y="4970780"/>
            <a:ext cx="11562080" cy="855345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blurRad="177800" sx="102000" sy="102000" algn="ctr" rotWithShape="0">
              <a:srgbClr val="C0000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91836" y="260875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 preferRelativeResize="0"/>
          <p:nvPr/>
        </p:nvPicPr>
        <p:blipFill>
          <a:blip r:embed="rId3"/>
          <a:srcRect t="5451"/>
          <a:stretch>
            <a:fillRect/>
          </a:stretch>
        </p:blipFill>
        <p:spPr>
          <a:xfrm>
            <a:off x="3686876" y="218203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984276" y="234459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389476" y="207027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092076" y="218203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2" descr="67c1fc0aa40f646d9252a1116d1a4a46_720"/>
          <p:cNvPicPr preferRelativeResize="0"/>
          <p:nvPr/>
        </p:nvPicPr>
        <p:blipFill>
          <a:blip r:embed="rId7" cstate="print"/>
          <a:srcRect/>
          <a:stretch>
            <a:fillRect/>
          </a:stretch>
        </p:blipFill>
        <p:spPr>
          <a:xfrm>
            <a:off x="8794676" y="234459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10497274" y="2608753"/>
            <a:ext cx="1440000" cy="28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/>
          <p:cNvSpPr txBox="1"/>
          <p:nvPr/>
        </p:nvSpPr>
        <p:spPr>
          <a:xfrm>
            <a:off x="645936" y="5549376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首页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03616" y="5285216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拍照识图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07567" y="5122656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文物讲解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89476" y="5010896"/>
            <a:ext cx="16738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智慧导览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主题打卡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52662" y="5122656"/>
            <a:ext cx="7086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换装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111689" y="5285216"/>
            <a:ext cx="97790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AIGC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游记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558499" y="5549376"/>
            <a:ext cx="14960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数字人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2239645" y="5842000"/>
            <a:ext cx="8871585" cy="785495"/>
          </a:xfrm>
          <a:prstGeom prst="rect">
            <a:avLst/>
          </a:prstGeom>
        </p:spPr>
        <p:txBody>
          <a:bodyPr vert="horz" wrap="square" lIns="121920" tIns="60960" rIns="121920" bIns="60960" rtlCol="0">
            <a:spAutoFit/>
          </a:bodyPr>
          <a:lstStyle>
            <a:defPPr>
              <a:defRPr lang="zh-CN"/>
            </a:defPPr>
            <a:lvl1pPr marL="236855" indent="-236855" defTabSz="6096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14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pPr marL="742950" lvl="1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b="0" dirty="0">
                <a:latin typeface="+mj-ea"/>
                <a:ea typeface="+mj-ea"/>
                <a:sym typeface="+mn-ea"/>
              </a:rPr>
              <a:t>讲解词基于知识图谱生成，降低</a:t>
            </a:r>
            <a:r>
              <a:rPr lang="en-US" altLang="zh-CN" sz="1200" b="0" dirty="0">
                <a:latin typeface="+mj-ea"/>
                <a:ea typeface="+mj-ea"/>
                <a:sym typeface="+mn-ea"/>
              </a:rPr>
              <a:t>AI</a:t>
            </a:r>
            <a:r>
              <a:rPr lang="zh-CN" altLang="en-US" sz="1200" b="0" dirty="0">
                <a:latin typeface="+mj-ea"/>
                <a:ea typeface="+mj-ea"/>
                <a:sym typeface="+mn-ea"/>
              </a:rPr>
              <a:t>幻觉，保证准确性，同时支持人工后台二次编辑</a:t>
            </a:r>
            <a:endParaRPr lang="en-US" altLang="zh-CN" sz="1200" dirty="0">
              <a:latin typeface="+mj-ea"/>
              <a:ea typeface="+mj-ea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b="0" dirty="0">
                <a:latin typeface="+mj-ea"/>
                <a:ea typeface="+mj-ea"/>
                <a:sym typeface="+mn-ea"/>
              </a:rPr>
              <a:t>可基于路线生成</a:t>
            </a:r>
            <a:r>
              <a:rPr lang="zh-CN" altLang="en-US" sz="1200" dirty="0">
                <a:latin typeface="+mj-ea"/>
                <a:ea typeface="+mj-ea"/>
                <a:sym typeface="+mn-ea"/>
              </a:rPr>
              <a:t>主题打卡能力，激活用户参观兴趣</a:t>
            </a:r>
            <a:endParaRPr lang="en-US" altLang="zh-CN" sz="1200" dirty="0">
              <a:latin typeface="+mj-ea"/>
              <a:ea typeface="+mj-ea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b="0" dirty="0">
                <a:latin typeface="+mj-ea"/>
                <a:ea typeface="+mj-ea"/>
                <a:sym typeface="+mn-ea"/>
              </a:rPr>
              <a:t>可</a:t>
            </a:r>
            <a:r>
              <a:rPr lang="en-US" altLang="zh-CN" sz="1200" b="0" dirty="0">
                <a:latin typeface="+mj-ea"/>
                <a:ea typeface="+mj-ea"/>
                <a:sym typeface="+mn-ea"/>
              </a:rPr>
              <a:t>AIGC</a:t>
            </a:r>
            <a:r>
              <a:rPr lang="zh-CN" altLang="en-US" sz="1200" b="0" dirty="0">
                <a:latin typeface="+mj-ea"/>
                <a:ea typeface="+mj-ea"/>
                <a:sym typeface="+mn-ea"/>
              </a:rPr>
              <a:t>生成小红书文风的游记，支持分享发布</a:t>
            </a:r>
            <a:endParaRPr lang="zh-CN" altLang="en-US" sz="1200" b="0" dirty="0">
              <a:latin typeface="+mj-ea"/>
              <a:ea typeface="+mj-ea"/>
              <a:sym typeface="+mn-ea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00197" y="331652"/>
            <a:ext cx="11185504" cy="460375"/>
          </a:xfrm>
          <a:prstGeom prst="rect">
            <a:avLst/>
          </a:prstGeom>
        </p:spPr>
        <p:txBody>
          <a:bodyPr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lvl="0" algn="l" eaLnBrk="1" fontAlgn="base" hangingPunct="1">
              <a:spcBef>
                <a:spcPts val="0"/>
              </a:spcBef>
              <a:buClrTx/>
              <a:buSzTx/>
              <a:buFontTx/>
            </a:pPr>
            <a:r>
              <a:rPr lang="zh-CN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文博导览智能体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游客端功能介绍</a:t>
            </a:r>
            <a:endParaRPr lang="zh-CN" altLang="en-US" sz="2000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229870" y="924519"/>
            <a:ext cx="1185926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游客游览体验服务场景下，深度应用知识图谱技术，生成高度定制化且内容丰富的讲解词，以精准、生动方式传递每件文物背后的历史背景与文化内涵。通过有效提升整个游览环节的趣味性与互动性，引导游客从传统的被动参观模式转变为积极主动的探索式体验。从多维度理解文物所承载的故事与价值，进而在轻松愉悦的氛围中实现知识与乐趣的双重收获。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: 形状 28"/>
          <p:cNvSpPr/>
          <p:nvPr>
            <p:custDataLst>
              <p:tags r:id="rId1"/>
            </p:custDataLst>
          </p:nvPr>
        </p:nvSpPr>
        <p:spPr>
          <a:xfrm>
            <a:off x="459740" y="4747260"/>
            <a:ext cx="11562080" cy="855345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blurRad="177800" sx="102000" sy="102000" algn="ctr" rotWithShape="0">
              <a:srgbClr val="C0000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61678" y="5060462"/>
            <a:ext cx="23850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讲解词自动生成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/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可二次编辑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4695615" y="4757377"/>
            <a:ext cx="3205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自动相关文物推荐，帮助制定打卡路线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068303" y="5060462"/>
            <a:ext cx="284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动态维护内容，知识问答实时更新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39595" y="2684520"/>
            <a:ext cx="3312809" cy="19876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9764" y="2991501"/>
            <a:ext cx="3312809" cy="1952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556372" y="2999480"/>
            <a:ext cx="3319942" cy="20015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2239645" y="5720080"/>
            <a:ext cx="8871585" cy="785495"/>
          </a:xfrm>
          <a:prstGeom prst="rect">
            <a:avLst/>
          </a:prstGeom>
        </p:spPr>
        <p:txBody>
          <a:bodyPr vert="horz" wrap="square" lIns="121920" tIns="60960" rIns="121920" bIns="60960" rtlCol="0">
            <a:spAutoFit/>
          </a:bodyPr>
          <a:lstStyle>
            <a:defPPr>
              <a:defRPr lang="zh-CN"/>
            </a:defPPr>
            <a:lvl1pPr marL="236855" indent="-236855" defTabSz="609600" eaLnBrk="0" fontAlgn="base" hangingPunct="0">
              <a:lnSpc>
                <a:spcPct val="150000"/>
              </a:lnSpc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14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pPr marL="742950" lvl="1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在知识抽取的基础上，可 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AIGC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讲解词，同时支持二次编辑修改。</a:t>
            </a: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借助知识图谱的知识关联能力，生成相关文物推荐，帮助制定导览、打卡路线。</a:t>
            </a: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支持实时更新智能问答内容（含基础运营信息、文物信息）。</a:t>
            </a:r>
            <a:endParaRPr lang="zh-CN" altLang="en-US" sz="1200" b="0" dirty="0">
              <a:latin typeface="+mj-ea"/>
              <a:ea typeface="+mj-ea"/>
              <a:sym typeface="+mn-ea"/>
            </a:endParaRPr>
          </a:p>
        </p:txBody>
      </p:sp>
      <p:sp>
        <p:nvSpPr>
          <p:cNvPr id="13" name="标题 3"/>
          <p:cNvSpPr txBox="1"/>
          <p:nvPr/>
        </p:nvSpPr>
        <p:spPr>
          <a:xfrm>
            <a:off x="200197" y="331652"/>
            <a:ext cx="11185504" cy="460375"/>
          </a:xfrm>
          <a:prstGeom prst="rect">
            <a:avLst/>
          </a:prstGeom>
        </p:spPr>
        <p:txBody>
          <a:bodyPr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marL="0" algn="l" eaLnBrk="1" fontAlgn="base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</a:pPr>
            <a:r>
              <a:rPr 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文博导览智能体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</a:t>
            </a:r>
            <a:r>
              <a:rPr lang="zh-CN" altLang="en-US" sz="20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运营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端功能介绍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229870" y="924519"/>
            <a:ext cx="1185926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内容的创意构思与高质量创作，至用户全流程体验的顺畅衔接，再到精准高效的服务响应，以知识图谱为核心驱动力的智能服务引擎，借助深度语义解析与多维度数据分析，提升信息处理的自动化程度与服务的智能化水平，让运营者得以完全摆脱繁杂重复的信息维护事务，将更多的精力与时间投入到文化价值的发掘、创意内容的谋划以及文化传播的核心任务中，进而最大程度地增强文化传播的深度与影响力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DIAGRAM_VIRTUALLY_FRAME" val="{&quot;height&quot;:412.8,&quot;left&quot;:66.05,&quot;top&quot;:117.05,&quot;width&quot;:797.2}"/>
</p:tagLst>
</file>

<file path=ppt/tags/tag64.xml><?xml version="1.0" encoding="utf-8"?>
<p:tagLst xmlns:p="http://schemas.openxmlformats.org/presentationml/2006/main">
  <p:tag name="KSO_WM_DIAGRAM_VIRTUALLY_FRAME" val="{&quot;height&quot;:342.55,&quot;left&quot;:26.45,&quot;top&quot;:155.45,&quot;width&quot;:888.95}"/>
</p:tagLst>
</file>

<file path=ppt/tags/tag65.xml><?xml version="1.0" encoding="utf-8"?>
<p:tagLst xmlns:p="http://schemas.openxmlformats.org/presentationml/2006/main">
  <p:tag name="KSO_WM_DIAGRAM_VIRTUALLY_FRAME" val="{&quot;height&quot;:342.55,&quot;left&quot;:26.45,&quot;top&quot;:155.45,&quot;width&quot;:888.95}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  <p:tag name="KSO_WM_DIAGRAM_VIRTUALLY_FRAME" val="{&quot;height&quot;:380.05,&quot;left&quot;:21.241259842519685,&quot;top&quot;:61.1,&quot;width&quot;:925.3587401574803}"/>
</p:tagLst>
</file>

<file path=ppt/tags/tag147.xml><?xml version="1.0" encoding="utf-8"?>
<p:tagLst xmlns:p="http://schemas.openxmlformats.org/presentationml/2006/main">
  <p:tag name="KSO_WM_DIAGRAM_VIRTUALLY_FRAME" val="{&quot;height&quot;:380.05,&quot;left&quot;:21.241259842519685,&quot;top&quot;:61.1,&quot;width&quot;:925.3587401574803}"/>
</p:tagLst>
</file>

<file path=ppt/tags/tag148.xml><?xml version="1.0" encoding="utf-8"?>
<p:tagLst xmlns:p="http://schemas.openxmlformats.org/presentationml/2006/main">
  <p:tag name="KSO_WM_DIAGRAM_VIRTUALLY_FRAME" val="{&quot;height&quot;:380.05,&quot;left&quot;:21.241259842519685,&quot;top&quot;:61.1,&quot;width&quot;:925.3587401574803}"/>
</p:tagLst>
</file>

<file path=ppt/tags/tag149.xml><?xml version="1.0" encoding="utf-8"?>
<p:tagLst xmlns:p="http://schemas.openxmlformats.org/presentationml/2006/main">
  <p:tag name="KSO_WM_DIAGRAM_VIRTUALLY_FRAME" val="{&quot;height&quot;:380.05,&quot;left&quot;:21.241259842519685,&quot;top&quot;:61.1,&quot;width&quot;:925.3587401574803}"/>
</p:tagLst>
</file>

<file path=ppt/tags/tag150.xml><?xml version="1.0" encoding="utf-8"?>
<p:tagLst xmlns:p="http://schemas.openxmlformats.org/presentationml/2006/main">
  <p:tag name="KSO_WM_DIAGRAM_VIRTUALLY_FRAME" val="{&quot;height&quot;:380.05,&quot;left&quot;:21.241259842519685,&quot;top&quot;:61.1,&quot;width&quot;:925.3587401574803}"/>
</p:tagLst>
</file>

<file path=ppt/tags/tag151.xml><?xml version="1.0" encoding="utf-8"?>
<p:tagLst xmlns:p="http://schemas.openxmlformats.org/presentationml/2006/main">
  <p:tag name="KSO_WM_DIAGRAM_VIRTUALLY_FRAME" val="{&quot;height&quot;:380.05,&quot;left&quot;:21.241259842519685,&quot;top&quot;:61.1,&quot;width&quot;:925.3587401574803}"/>
</p:tagLst>
</file>

<file path=ppt/tags/tag152.xml><?xml version="1.0" encoding="utf-8"?>
<p:tagLst xmlns:p="http://schemas.openxmlformats.org/presentationml/2006/main">
  <p:tag name="KSO_WM_DIAGRAM_VIRTUALLY_FRAME" val="{&quot;height&quot;:380.05,&quot;left&quot;:21.241259842519685,&quot;top&quot;:61.1,&quot;width&quot;:925.3587401574803}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RESOURCE_RECORD_KEY" val="{&quot;70&quot;:[3332400]}"/>
  <p:tag name="KSO_WPP_MARK_KEY" val="7426a864-c23b-4480-9a87-167baa702fa2"/>
  <p:tag name="COMMONDATA" val="eyJoZGlkIjoiNTkyYmVhNmI4YzM5MTJhNjBlYTNmNzQyMTJlNzg2NDEifQ=="/>
</p:tagLst>
</file>

<file path=ppt/theme/theme1.xml><?xml version="1.0" encoding="utf-8"?>
<a:theme xmlns:a="http://schemas.openxmlformats.org/drawingml/2006/main" name="1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5086</Words>
  <Application>WPS 演示</Application>
  <PresentationFormat>宽屏</PresentationFormat>
  <Paragraphs>526</Paragraphs>
  <Slides>8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黑体</vt:lpstr>
      <vt:lpstr>华文细黑</vt:lpstr>
      <vt:lpstr>Wingdings</vt:lpstr>
      <vt:lpstr>Times New Roman</vt:lpstr>
      <vt:lpstr>Arial</vt:lpstr>
      <vt:lpstr>汉仪中黑简</vt:lpstr>
      <vt:lpstr>汉仪旗黑-55简</vt:lpstr>
      <vt:lpstr>Segoe UI</vt:lpstr>
      <vt:lpstr>Arial Unicode MS</vt:lpstr>
      <vt:lpstr>Calibri</vt:lpstr>
      <vt:lpstr>1_联通+冬奥会合作伙伴模板</vt:lpstr>
      <vt:lpstr>2_联通+冬奥会合作伙伴模板</vt:lpstr>
      <vt:lpstr>工业智能体 辅助图纸设计智能体</vt:lpstr>
      <vt:lpstr>工业智能体 装备运维智能体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梁辰</cp:lastModifiedBy>
  <cp:revision>822</cp:revision>
  <dcterms:created xsi:type="dcterms:W3CDTF">2026-05-11T06:42:00Z</dcterms:created>
  <dcterms:modified xsi:type="dcterms:W3CDTF">2026-07-28T02:13:56Z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D64A67ECE97A409B821DCAFF62767071_13</vt:lpwstr>
  </property>
</Properties>
</file>