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485900" y="2019300"/>
            <a:ext cx="57150" cy="337185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543050" y="2019300"/>
            <a:ext cx="19050" cy="337185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529071" y="3308985"/>
            <a:ext cx="313385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D00000"/>
                </a:solidFill>
                <a:latin typeface="Arial"/>
                <a:ea typeface="Microsoft YaHei"/>
                <a:cs typeface="Arial"/>
              </a:rPr>
              <a:t>{{TITLE}}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6730" y="4091940"/>
            <a:ext cx="1798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{{SUBTITLE}}</a:t>
            </a:r>
          </a:p>
        </p:txBody>
      </p:sp>
      <p:sp>
        <p:nvSpPr>
          <p:cNvPr id="8" name="Line 8"/>
          <p:cNvSpPr/>
          <p:nvPr/>
        </p:nvSpPr>
        <p:spPr>
          <a:xfrm>
            <a:off x="2000250" y="455295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28575">
            <a:solidFill>
              <a:srgbClr val="E60012"/>
            </a:solidFill>
          </a:ln>
        </p:spPr>
      </p:sp>
      <p:sp>
        <p:nvSpPr>
          <p:cNvPr id="9" name="Ellipse 9"/>
          <p:cNvSpPr/>
          <p:nvPr/>
        </p:nvSpPr>
        <p:spPr>
          <a:xfrm>
            <a:off x="4914900" y="4514850"/>
            <a:ext cx="76200" cy="762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038725" y="4524375"/>
            <a:ext cx="57150" cy="5715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158365" y="4868228"/>
            <a:ext cx="229374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11111"/>
                </a:solidFill>
                <a:latin typeface="Arial"/>
                <a:ea typeface="Microsoft YaHei"/>
                <a:cs typeface="Arial"/>
              </a:rPr>
              <a:t>{{AUTHOR}}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62175" y="5434012"/>
            <a:ext cx="157534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11111"/>
                </a:solidFill>
                <a:latin typeface="Arial"/>
                <a:ea typeface="Microsoft YaHei"/>
                <a:cs typeface="Arial"/>
              </a:rP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26745" y="1603058"/>
            <a:ext cx="1367457" cy="1554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65922" y="1968341"/>
            <a:ext cx="683728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8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8775" y="1566862"/>
            <a:ext cx="156876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222222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8" name="Rectangle 8"/>
          <p:cNvSpPr/>
          <p:nvPr/>
        </p:nvSpPr>
        <p:spPr>
          <a:xfrm>
            <a:off x="3429000" y="1543050"/>
            <a:ext cx="171450" cy="4648200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286250" y="1543050"/>
            <a:ext cx="1333500" cy="762000"/>
          </a:xfrm>
          <a:prstGeom prst="rect">
            <a:avLst/>
          </a:prstGeom>
          <a:solidFill>
            <a:srgbClr val="D400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725091" y="1734502"/>
            <a:ext cx="45581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91250" y="1543050"/>
            <a:ext cx="5143500" cy="762000"/>
          </a:xfrm>
          <a:prstGeom prst="rect">
            <a:avLst/>
          </a:prstGeom>
          <a:solidFill>
            <a:srgbClr val="D4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021466" y="1792605"/>
            <a:ext cx="348306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{{TOC_ITEM_1_TITLE}}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9985" y="2761298"/>
            <a:ext cx="39342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1.1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23860" y="2761298"/>
            <a:ext cx="323427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{{TOC_ITEM_1_SUB_1}}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9985" y="3180398"/>
            <a:ext cx="46818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1.2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23860" y="3180398"/>
            <a:ext cx="33090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{{TOC_ITEM_1_SUB_2}}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286250" y="4248150"/>
            <a:ext cx="1333500" cy="762000"/>
          </a:xfrm>
          <a:prstGeom prst="rect">
            <a:avLst/>
          </a:prstGeom>
          <a:solidFill>
            <a:srgbClr val="8C8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725091" y="4449128"/>
            <a:ext cx="45581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二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191250" y="4248150"/>
            <a:ext cx="5143500" cy="762000"/>
          </a:xfrm>
          <a:prstGeom prst="rect">
            <a:avLst/>
          </a:prstGeom>
          <a:solidFill>
            <a:srgbClr val="8C8C8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981211" y="4497705"/>
            <a:ext cx="356357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{{TOC_ITEM_2_TITLE}}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286250" y="5429250"/>
            <a:ext cx="1333500" cy="762000"/>
          </a:xfrm>
          <a:prstGeom prst="rect">
            <a:avLst/>
          </a:prstGeom>
          <a:solidFill>
            <a:srgbClr val="8C8C8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725091" y="5630228"/>
            <a:ext cx="45581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191250" y="5429250"/>
            <a:ext cx="5143500" cy="762000"/>
          </a:xfrm>
          <a:prstGeom prst="rect">
            <a:avLst/>
          </a:prstGeom>
          <a:solidFill>
            <a:srgbClr val="8C8C8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981211" y="5678805"/>
            <a:ext cx="356357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{{TOC_ITEM_3_TITLE}}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8155" y="206693"/>
            <a:ext cx="332844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{{PAGE_TITLE}}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61751" y="6490335"/>
            <a:ext cx="12222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77777"/>
                </a:solidFill>
                <a:latin typeface="Arial"/>
                <a:ea typeface="Microsoft YaHei"/>
                <a:cs typeface="Arial"/>
              </a:rPr>
              <a:t>{{PAGE_NUM}}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-57150"/>
            <a:ext cx="4762500" cy="11811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38100" y="66675"/>
            <a:ext cx="123825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71450" y="66675"/>
            <a:ext cx="19050" cy="771525"/>
          </a:xfrm>
          <a:prstGeom prst="rect">
            <a:avLst/>
          </a:prstGeom>
          <a:solidFill>
            <a:srgbClr val="E60012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38100" y="838200"/>
            <a:ext cx="12153900" cy="9525"/>
          </a:xfrm>
          <a:custGeom>
            <a:avLst/>
            <a:gdLst/>
            <a:ahLst/>
            <a:cxnLst/>
            <a:rect l="l" t="t" r="r" b="b"/>
            <a:pathLst>
              <a:path w="12153900" h="9525">
                <a:moveTo>
                  <a:pt x="0" y="0"/>
                </a:moveTo>
                <a:lnTo>
                  <a:pt x="12153900" y="0"/>
                </a:lnTo>
              </a:path>
            </a:pathLst>
          </a:custGeom>
          <a:noFill/>
          <a:ln w="19050">
            <a:solidFill>
              <a:srgbClr val="E60012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294062" y="2442210"/>
            <a:ext cx="16038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40000"/>
                </a:solidFill>
                <a:latin typeface="Arial"/>
                <a:ea typeface="Microsoft YaHei"/>
                <a:cs typeface="Arial"/>
              </a:rPr>
              <a:t>{{ENDING_LABEL}}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70564" y="2880360"/>
            <a:ext cx="645087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11111"/>
                </a:solidFill>
                <a:latin typeface="Arial"/>
                <a:ea typeface="Microsoft YaHei"/>
                <a:cs typeface="Arial"/>
              </a:rPr>
              <a:t>{{ENDING_MESSAGE}}</a:t>
            </a:r>
          </a:p>
        </p:txBody>
      </p:sp>
      <p:sp>
        <p:nvSpPr>
          <p:cNvPr id="10" name="Line 10"/>
          <p:cNvSpPr/>
          <p:nvPr/>
        </p:nvSpPr>
        <p:spPr>
          <a:xfrm>
            <a:off x="4381500" y="37147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28575">
            <a:solidFill>
              <a:srgbClr val="E60012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876157" y="3917632"/>
            <a:ext cx="24396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{{ENDING_SUBTITLE}}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34356" y="4347210"/>
            <a:ext cx="19232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{{ENDING_FOOTNOTE}}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13046" y="6490335"/>
            <a:ext cx="3196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77777"/>
                </a:solidFill>
                <a:latin typeface="Arial"/>
                <a:ea typeface="Microsoft YaHei"/>
                <a:cs typeface="Arial"/>
              </a:rPr>
              <a:t>-4-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