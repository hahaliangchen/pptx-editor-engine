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2057400"/>
            <a:ext cx="10668000" cy="1371600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2000" y="3657600"/>
            <a:ext cx="10668000" cy="10668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6"/>
                </a:solidFill>
              </a:defRPr>
            </a:lvl1pPr>
          </a:lstStyle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1066800"/>
          </a:xfrm>
        </p:spPr>
        <p:txBody>
          <a:bodyPr vert="horz" lIns="0" tIns="45720" rIns="0" bIns="45720" rtlCol="0" anchor="ctr">
            <a:normAutofit/>
          </a:bodyPr>
          <a:lstStyle/>
          <a:p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000" y="1752600"/>
            <a:ext cx="10668000" cy="4343400"/>
          </a:xfrm>
        </p:spPr>
        <p:txBody>
          <a:bodyPr vert="horz" lIns="0" tIns="45720" rIns="0" bIns="45720" rtlCol="0">
            <a:normAutofit/>
          </a:bodyPr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0000"/>
        </a:lnSpc>
        <a:spcBef>
          <a:spcPts val="9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9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10000"/>
        </a:lnSpc>
        <a:spcBef>
          <a:spcPts val="9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zh-CN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ue">
      <a:dk1>
        <a:srgbClr val="1F1F1F"/>
      </a:dk1>
      <a:lt1>
        <a:srgbClr val="FFFFFF"/>
      </a:lt1>
      <a:dk2>
        <a:srgbClr val="1F3A5F"/>
      </a:dk2>
      <a:lt2>
        <a:srgbClr val="EEF2F7"/>
      </a:lt2>
      <a:accent1>
        <a:srgbClr val="2F6FDB"/>
      </a:accent1>
      <a:accent2>
        <a:srgbClr val="F28C28"/>
      </a:accent2>
      <a:accent3>
        <a:srgbClr val="3BA776"/>
      </a:accent3>
      <a:accent4>
        <a:srgbClr val="8E5CD9"/>
      </a:accent4>
      <a:accent5>
        <a:srgbClr val="E5484D"/>
      </a:accent5>
      <a:accent6>
        <a:srgbClr val="5B6B7F"/>
      </a:accent6>
      <a:hlink>
        <a:srgbClr val="2F6FDB"/>
      </a:hlink>
      <a:folHlink>
        <a:srgbClr val="8E5CD9"/>
      </a:folHlink>
    </a:clrScheme>
    <a:fontScheme name="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